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</p:sldIdLst>
  <p:sldSz cx="12192000" cy="6858000"/>
  <p:notesSz cx="6858000" cy="12192000"/>
  <p:embeddedFontLst>
    <p:embeddedFont>
      <p:font typeface="Alimama ShuHeiTi" charset="-122"/>
      <p:regular r:id="rId16"/>
    </p:embeddedFont>
    <p:embeddedFont>
      <p:font typeface="MiSans" panose="02010600030101010101" charset="-122"/>
      <p:regular r:id="rId17"/>
    </p:embeddedFont>
    <p:embeddedFont>
      <p:font typeface="等线" panose="02010600030101010101" pitchFamily="2" charset="-122"/>
      <p:regular r:id="rId18"/>
      <p:bold r:id="rId19"/>
    </p:embeddedFont>
    <p:embeddedFont>
      <p:font typeface="Liter" panose="02010600030101010101" charset="0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6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04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EA4AC-3613-AF30-B77F-107C665A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95AF9-8E19-1493-032F-4758F963F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FFD67-41E0-CA5C-A171-9E5DE700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8F24E-D0ED-F468-9DBF-7C749971E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131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mi.com/code/docs/more/third-party-agent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82178fceb6fc27cb98f0ab9b453fb3773321f165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0000"/>
                </a:srgbClr>
              </a:gs>
              <a:gs pos="50000">
                <a:srgbClr val="1A1A1A">
                  <a:alpha val="70000"/>
                </a:srgbClr>
              </a:gs>
              <a:gs pos="100000">
                <a:srgbClr val="4A7C59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1252538"/>
            <a:ext cx="3067050" cy="428625"/>
          </a:xfrm>
          <a:custGeom>
            <a:avLst/>
            <a:gdLst/>
            <a:ahLst/>
            <a:cxnLst/>
            <a:rect l="l" t="t" r="r" b="b"/>
            <a:pathLst>
              <a:path w="3067050" h="428625">
                <a:moveTo>
                  <a:pt x="76201" y="0"/>
                </a:moveTo>
                <a:lnTo>
                  <a:pt x="2990849" y="0"/>
                </a:lnTo>
                <a:cubicBezTo>
                  <a:pt x="3032934" y="0"/>
                  <a:pt x="3067050" y="34116"/>
                  <a:pt x="3067050" y="76201"/>
                </a:cubicBezTo>
                <a:lnTo>
                  <a:pt x="3067050" y="352424"/>
                </a:lnTo>
                <a:cubicBezTo>
                  <a:pt x="3067050" y="394509"/>
                  <a:pt x="3032934" y="428625"/>
                  <a:pt x="29908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2700">
            <a:solidFill>
              <a:srgbClr val="4A7C59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81025" y="1343025"/>
            <a:ext cx="27668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kern="0" spc="68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 DEPLOYMENT GUIDE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9072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OpenClaw与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SKILLS技能系统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33825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 Deployment &amp; Skill Development Practice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5410200"/>
            <a:ext cx="3638550" cy="1066800"/>
          </a:xfrm>
          <a:custGeom>
            <a:avLst/>
            <a:gdLst/>
            <a:ahLst/>
            <a:cxnLst/>
            <a:rect l="l" t="t" r="r" b="b"/>
            <a:pathLst>
              <a:path w="3638550" h="1066800">
                <a:moveTo>
                  <a:pt x="38100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990598"/>
                </a:lnTo>
                <a:cubicBezTo>
                  <a:pt x="3638550" y="1032683"/>
                  <a:pt x="3604433" y="1066800"/>
                  <a:pt x="35623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00050" y="54102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09600" y="560070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600" y="60579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项目原型诞生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86250" y="5410200"/>
            <a:ext cx="3638550" cy="1066800"/>
          </a:xfrm>
          <a:custGeom>
            <a:avLst/>
            <a:gdLst/>
            <a:ahLst/>
            <a:cxnLst/>
            <a:rect l="l" t="t" r="r" b="b"/>
            <a:pathLst>
              <a:path w="3638550" h="1066800">
                <a:moveTo>
                  <a:pt x="38100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990598"/>
                </a:lnTo>
                <a:cubicBezTo>
                  <a:pt x="3638550" y="1032683"/>
                  <a:pt x="3604433" y="1066800"/>
                  <a:pt x="35623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4286250" y="54102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495800" y="560070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95800" y="60579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核心应用场景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72450" y="5410200"/>
            <a:ext cx="3638550" cy="1066800"/>
          </a:xfrm>
          <a:custGeom>
            <a:avLst/>
            <a:gdLst/>
            <a:ahLst/>
            <a:cxnLst/>
            <a:rect l="l" t="t" r="r" b="b"/>
            <a:pathLst>
              <a:path w="3638550" h="1066800">
                <a:moveTo>
                  <a:pt x="38100" y="0"/>
                </a:moveTo>
                <a:lnTo>
                  <a:pt x="3562348" y="0"/>
                </a:lnTo>
                <a:cubicBezTo>
                  <a:pt x="3604433" y="0"/>
                  <a:pt x="3638550" y="34117"/>
                  <a:pt x="3638550" y="76202"/>
                </a:cubicBezTo>
                <a:lnTo>
                  <a:pt x="3638550" y="990598"/>
                </a:lnTo>
                <a:cubicBezTo>
                  <a:pt x="3638550" y="1032683"/>
                  <a:pt x="3604433" y="1066800"/>
                  <a:pt x="35623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172450" y="54102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382000" y="560070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82000" y="60579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信息呈现系统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2450" y="381000"/>
            <a:ext cx="5648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OpenClaw: 10天诞生的革命性项目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从极客玩具到国民级应用的基础设施演进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3829050"/>
          </a:xfrm>
          <a:custGeom>
            <a:avLst/>
            <a:gdLst/>
            <a:ahLst/>
            <a:cxnLst/>
            <a:rect l="l" t="t" r="r" b="b"/>
            <a:pathLst>
              <a:path w="5581650" h="3829050">
                <a:moveTo>
                  <a:pt x="38100" y="0"/>
                </a:moveTo>
                <a:lnTo>
                  <a:pt x="5505452" y="0"/>
                </a:lnTo>
                <a:cubicBezTo>
                  <a:pt x="5547535" y="0"/>
                  <a:pt x="5581650" y="34115"/>
                  <a:pt x="5581650" y="76198"/>
                </a:cubicBezTo>
                <a:lnTo>
                  <a:pt x="5581650" y="3752852"/>
                </a:lnTo>
                <a:cubicBezTo>
                  <a:pt x="5581650" y="3794935"/>
                  <a:pt x="5547535" y="3829050"/>
                  <a:pt x="5505452" y="3829050"/>
                </a:cubicBez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00050" y="1371600"/>
            <a:ext cx="38100" cy="3829050"/>
          </a:xfrm>
          <a:custGeom>
            <a:avLst/>
            <a:gdLst/>
            <a:ahLst/>
            <a:cxnLst/>
            <a:rect l="l" t="t" r="r" b="b"/>
            <a:pathLst>
              <a:path w="38100" h="3829050">
                <a:moveTo>
                  <a:pt x="38100" y="0"/>
                </a:moveTo>
                <a:lnTo>
                  <a:pt x="38100" y="0"/>
                </a:lnTo>
                <a:lnTo>
                  <a:pt x="38100" y="3829050"/>
                </a:ln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6275" y="2238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47750" y="22193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起源故事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6384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创始人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9051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Peter Steinberger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PSPDFKit创始人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32480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开发周期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35147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退休后 </a:t>
            </a:r>
            <a:r>
              <a:rPr lang="en-US" sz="1200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10天完成原型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" y="38576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开发效率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4124325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单日最高 </a:t>
            </a: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1374次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5353050"/>
            <a:ext cx="5581650" cy="1123950"/>
          </a:xfrm>
          <a:custGeom>
            <a:avLst/>
            <a:gdLst/>
            <a:ahLst/>
            <a:cxnLst/>
            <a:rect l="l" t="t" r="r" b="b"/>
            <a:pathLst>
              <a:path w="5581650" h="1123950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47746"/>
                </a:lnTo>
                <a:cubicBezTo>
                  <a:pt x="5581650" y="1089832"/>
                  <a:pt x="5547532" y="1123950"/>
                  <a:pt x="55054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00050" y="535305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04850" y="5600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47750" y="55816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验证命题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600075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在不亲自编写代码的情况下，仅凭 </a:t>
            </a:r>
            <a:r>
              <a:rPr lang="en-US" sz="1200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自然语言交互 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能否构建复杂系统？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5063" y="1376363"/>
            <a:ext cx="5591175" cy="4143375"/>
          </a:xfrm>
          <a:custGeom>
            <a:avLst/>
            <a:gdLst/>
            <a:ahLst/>
            <a:cxnLst/>
            <a:rect l="l" t="t" r="r" b="b"/>
            <a:pathLst>
              <a:path w="5591175" h="4143375">
                <a:moveTo>
                  <a:pt x="76197" y="0"/>
                </a:moveTo>
                <a:lnTo>
                  <a:pt x="5514978" y="0"/>
                </a:lnTo>
                <a:cubicBezTo>
                  <a:pt x="5557061" y="0"/>
                  <a:pt x="5591175" y="34114"/>
                  <a:pt x="5591175" y="76197"/>
                </a:cubicBezTo>
                <a:lnTo>
                  <a:pt x="5591175" y="4067178"/>
                </a:lnTo>
                <a:cubicBezTo>
                  <a:pt x="5591175" y="4109261"/>
                  <a:pt x="5557061" y="4143375"/>
                  <a:pt x="5514978" y="4143375"/>
                </a:cubicBezTo>
                <a:lnTo>
                  <a:pt x="76197" y="4143375"/>
                </a:lnTo>
                <a:cubicBezTo>
                  <a:pt x="34114" y="4143375"/>
                  <a:pt x="0" y="4109261"/>
                  <a:pt x="0" y="406717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 w="12700">
            <a:solidFill>
              <a:srgbClr val="C4B7A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462713" y="16287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48475" y="160972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云厂商抢滩时间线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8425" y="23145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1月25日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15225" y="2028825"/>
            <a:ext cx="4057650" cy="800100"/>
          </a:xfrm>
          <a:custGeom>
            <a:avLst/>
            <a:gdLst/>
            <a:ahLst/>
            <a:cxnLst/>
            <a:rect l="l" t="t" r="r" b="b"/>
            <a:pathLst>
              <a:path w="4057650" h="800100">
                <a:moveTo>
                  <a:pt x="38101" y="0"/>
                </a:moveTo>
                <a:lnTo>
                  <a:pt x="4019549" y="0"/>
                </a:lnTo>
                <a:cubicBezTo>
                  <a:pt x="4040592" y="0"/>
                  <a:pt x="4057650" y="17058"/>
                  <a:pt x="4057650" y="38101"/>
                </a:cubicBezTo>
                <a:lnTo>
                  <a:pt x="4057650" y="761999"/>
                </a:lnTo>
                <a:cubicBezTo>
                  <a:pt x="4057650" y="783042"/>
                  <a:pt x="4040592" y="800100"/>
                  <a:pt x="40195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667625" y="2181225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UCloud(优刻得)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67625" y="2447925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率先上线一键部署服务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8425" y="36195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1月28日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15225" y="3333750"/>
            <a:ext cx="4057650" cy="800100"/>
          </a:xfrm>
          <a:custGeom>
            <a:avLst/>
            <a:gdLst/>
            <a:ahLst/>
            <a:cxnLst/>
            <a:rect l="l" t="t" r="r" b="b"/>
            <a:pathLst>
              <a:path w="4057650" h="800100">
                <a:moveTo>
                  <a:pt x="38101" y="0"/>
                </a:moveTo>
                <a:lnTo>
                  <a:pt x="4019549" y="0"/>
                </a:lnTo>
                <a:cubicBezTo>
                  <a:pt x="4040592" y="0"/>
                  <a:pt x="4057650" y="17058"/>
                  <a:pt x="4057650" y="38101"/>
                </a:cubicBezTo>
                <a:lnTo>
                  <a:pt x="4057650" y="761999"/>
                </a:lnTo>
                <a:cubicBezTo>
                  <a:pt x="4057650" y="783042"/>
                  <a:pt x="4040592" y="800100"/>
                  <a:pt x="40195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8680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667625" y="348615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阿里云 &amp; 腾讯云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67625" y="375285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紧跟推出云端托管方案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3188" y="4719638"/>
            <a:ext cx="5114925" cy="561975"/>
          </a:xfrm>
          <a:custGeom>
            <a:avLst/>
            <a:gdLst/>
            <a:ahLst/>
            <a:cxnLst/>
            <a:rect l="l" t="t" r="r" b="b"/>
            <a:pathLst>
              <a:path w="5114925" h="561975">
                <a:moveTo>
                  <a:pt x="38102" y="0"/>
                </a:moveTo>
                <a:lnTo>
                  <a:pt x="5076823" y="0"/>
                </a:lnTo>
                <a:cubicBezTo>
                  <a:pt x="5097866" y="0"/>
                  <a:pt x="5114925" y="17059"/>
                  <a:pt x="5114925" y="38102"/>
                </a:cubicBezTo>
                <a:lnTo>
                  <a:pt x="5114925" y="523873"/>
                </a:lnTo>
                <a:cubicBezTo>
                  <a:pt x="5114925" y="544916"/>
                  <a:pt x="5097866" y="561975"/>
                  <a:pt x="5076823" y="561975"/>
                </a:cubicBezTo>
                <a:lnTo>
                  <a:pt x="38102" y="561975"/>
                </a:lnTo>
                <a:cubicBezTo>
                  <a:pt x="17059" y="561975"/>
                  <a:pt x="0" y="544916"/>
                  <a:pt x="0" y="5238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629400" y="4914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58000" y="487680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从"本地Docker极客折腾"到" </a:t>
            </a: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云端一键拉起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"，降低使用门槛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5676900"/>
            <a:ext cx="1762125" cy="800100"/>
          </a:xfrm>
          <a:custGeom>
            <a:avLst/>
            <a:gdLst/>
            <a:ahLst/>
            <a:cxnLst/>
            <a:rect l="l" t="t" r="r" b="b"/>
            <a:pathLst>
              <a:path w="1762125" h="800100">
                <a:moveTo>
                  <a:pt x="76202" y="0"/>
                </a:moveTo>
                <a:lnTo>
                  <a:pt x="1685923" y="0"/>
                </a:lnTo>
                <a:cubicBezTo>
                  <a:pt x="1728008" y="0"/>
                  <a:pt x="1762125" y="34117"/>
                  <a:pt x="1762125" y="76202"/>
                </a:cubicBezTo>
                <a:lnTo>
                  <a:pt x="1762125" y="723898"/>
                </a:lnTo>
                <a:cubicBezTo>
                  <a:pt x="1762125" y="765983"/>
                  <a:pt x="1728008" y="800100"/>
                  <a:pt x="16859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009507" y="5829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24600" y="60960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云端托管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27950" y="5676900"/>
            <a:ext cx="1762125" cy="800100"/>
          </a:xfrm>
          <a:custGeom>
            <a:avLst/>
            <a:gdLst/>
            <a:ahLst/>
            <a:cxnLst/>
            <a:rect l="l" t="t" r="r" b="b"/>
            <a:pathLst>
              <a:path w="1762125" h="800100">
                <a:moveTo>
                  <a:pt x="76202" y="0"/>
                </a:moveTo>
                <a:lnTo>
                  <a:pt x="1685923" y="0"/>
                </a:lnTo>
                <a:cubicBezTo>
                  <a:pt x="1728008" y="0"/>
                  <a:pt x="1762125" y="34117"/>
                  <a:pt x="1762125" y="76202"/>
                </a:cubicBezTo>
                <a:lnTo>
                  <a:pt x="1762125" y="723898"/>
                </a:lnTo>
                <a:cubicBezTo>
                  <a:pt x="1762125" y="765983"/>
                  <a:pt x="1728008" y="800100"/>
                  <a:pt x="16859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939064" y="58293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242250" y="60960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企业微信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45601" y="5676900"/>
            <a:ext cx="1762125" cy="800100"/>
          </a:xfrm>
          <a:custGeom>
            <a:avLst/>
            <a:gdLst/>
            <a:ahLst/>
            <a:cxnLst/>
            <a:rect l="l" t="t" r="r" b="b"/>
            <a:pathLst>
              <a:path w="1762125" h="800100">
                <a:moveTo>
                  <a:pt x="76202" y="0"/>
                </a:moveTo>
                <a:lnTo>
                  <a:pt x="1685923" y="0"/>
                </a:lnTo>
                <a:cubicBezTo>
                  <a:pt x="1728008" y="0"/>
                  <a:pt x="1762125" y="34117"/>
                  <a:pt x="1762125" y="76202"/>
                </a:cubicBezTo>
                <a:lnTo>
                  <a:pt x="1762125" y="723898"/>
                </a:lnTo>
                <a:cubicBezTo>
                  <a:pt x="1762125" y="765983"/>
                  <a:pt x="1728008" y="800100"/>
                  <a:pt x="16859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809089" y="58293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159901" y="60960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国民级应用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0" y="0"/>
                </a:moveTo>
                <a:lnTo>
                  <a:pt x="47625" y="0"/>
                </a:lnTo>
                <a:lnTo>
                  <a:pt x="47625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60375" y="317500"/>
            <a:ext cx="3897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OpenClaw五大核心应用场景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698500"/>
            <a:ext cx="1146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从移动开发到现实世界执行，AI Agent的全面能力展示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3762375" cy="3151188"/>
          </a:xfrm>
          <a:custGeom>
            <a:avLst/>
            <a:gdLst/>
            <a:ahLst/>
            <a:cxnLst/>
            <a:rect l="l" t="t" r="r" b="b"/>
            <a:pathLst>
              <a:path w="3762375" h="3151188">
                <a:moveTo>
                  <a:pt x="63496" y="0"/>
                </a:moveTo>
                <a:lnTo>
                  <a:pt x="3698879" y="0"/>
                </a:lnTo>
                <a:cubicBezTo>
                  <a:pt x="3733947" y="0"/>
                  <a:pt x="3762375" y="28428"/>
                  <a:pt x="3762375" y="63496"/>
                </a:cubicBezTo>
                <a:lnTo>
                  <a:pt x="3762375" y="3087691"/>
                </a:lnTo>
                <a:cubicBezTo>
                  <a:pt x="3762375" y="3122759"/>
                  <a:pt x="3733947" y="3151188"/>
                  <a:pt x="3698879" y="3151188"/>
                </a:cubicBezTo>
                <a:lnTo>
                  <a:pt x="63496" y="3151188"/>
                </a:lnTo>
                <a:cubicBezTo>
                  <a:pt x="28428" y="3151188"/>
                  <a:pt x="0" y="3122759"/>
                  <a:pt x="0" y="3087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2438" y="1182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59594" y="127000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465" y="17859"/>
                </a:moveTo>
                <a:cubicBezTo>
                  <a:pt x="4465" y="8009"/>
                  <a:pt x="12474" y="0"/>
                  <a:pt x="22324" y="0"/>
                </a:cubicBezTo>
                <a:lnTo>
                  <a:pt x="84832" y="0"/>
                </a:lnTo>
                <a:cubicBezTo>
                  <a:pt x="94683" y="0"/>
                  <a:pt x="102691" y="8009"/>
                  <a:pt x="102691" y="17859"/>
                </a:cubicBezTo>
                <a:lnTo>
                  <a:pt x="102691" y="125016"/>
                </a:lnTo>
                <a:cubicBezTo>
                  <a:pt x="102691" y="134866"/>
                  <a:pt x="94683" y="142875"/>
                  <a:pt x="84832" y="142875"/>
                </a:cubicBezTo>
                <a:lnTo>
                  <a:pt x="22324" y="142875"/>
                </a:lnTo>
                <a:cubicBezTo>
                  <a:pt x="12474" y="142875"/>
                  <a:pt x="4465" y="134866"/>
                  <a:pt x="4465" y="125016"/>
                </a:cubicBezTo>
                <a:lnTo>
                  <a:pt x="4465" y="17859"/>
                </a:lnTo>
                <a:close/>
                <a:moveTo>
                  <a:pt x="22324" y="17859"/>
                </a:moveTo>
                <a:lnTo>
                  <a:pt x="22324" y="102691"/>
                </a:lnTo>
                <a:lnTo>
                  <a:pt x="84832" y="102691"/>
                </a:lnTo>
                <a:lnTo>
                  <a:pt x="84832" y="17859"/>
                </a:lnTo>
                <a:lnTo>
                  <a:pt x="22324" y="17859"/>
                </a:lnTo>
                <a:close/>
                <a:moveTo>
                  <a:pt x="53578" y="131713"/>
                </a:moveTo>
                <a:cubicBezTo>
                  <a:pt x="58517" y="131713"/>
                  <a:pt x="62508" y="127722"/>
                  <a:pt x="62508" y="122783"/>
                </a:cubicBezTo>
                <a:cubicBezTo>
                  <a:pt x="62508" y="117844"/>
                  <a:pt x="58517" y="113854"/>
                  <a:pt x="53578" y="113854"/>
                </a:cubicBezTo>
                <a:cubicBezTo>
                  <a:pt x="48639" y="113854"/>
                  <a:pt x="44648" y="117844"/>
                  <a:pt x="44648" y="122783"/>
                </a:cubicBezTo>
                <a:cubicBezTo>
                  <a:pt x="44648" y="127722"/>
                  <a:pt x="48639" y="131713"/>
                  <a:pt x="53578" y="1317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65188" y="1230313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移动开发与运维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438" y="159543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7688" y="169068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"躺平"式开发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7688" y="191293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在床上或外出时，通过手机指令构建网站、迁移服务器、提交App Store审核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2438" y="245268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7688" y="254793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全自动Debug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7688" y="277018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部署在服务器上，自主检查构建失败日志，识别错误，修复代码，重新部署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438" y="330993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7688" y="340518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移动端UI构建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7688" y="362743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通过WhatsApp发送指令，生成UI界面并截图返回确认，构建macOS菜单栏应用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16053" y="1051719"/>
            <a:ext cx="3762375" cy="3151188"/>
          </a:xfrm>
          <a:custGeom>
            <a:avLst/>
            <a:gdLst/>
            <a:ahLst/>
            <a:cxnLst/>
            <a:rect l="l" t="t" r="r" b="b"/>
            <a:pathLst>
              <a:path w="3762375" h="3151188">
                <a:moveTo>
                  <a:pt x="63496" y="0"/>
                </a:moveTo>
                <a:lnTo>
                  <a:pt x="3698879" y="0"/>
                </a:lnTo>
                <a:cubicBezTo>
                  <a:pt x="3733947" y="0"/>
                  <a:pt x="3762375" y="28428"/>
                  <a:pt x="3762375" y="63496"/>
                </a:cubicBezTo>
                <a:lnTo>
                  <a:pt x="3762375" y="3087691"/>
                </a:lnTo>
                <a:cubicBezTo>
                  <a:pt x="3762375" y="3122759"/>
                  <a:pt x="3733947" y="3151188"/>
                  <a:pt x="3698879" y="3151188"/>
                </a:cubicBezTo>
                <a:lnTo>
                  <a:pt x="63496" y="3151188"/>
                </a:lnTo>
                <a:cubicBezTo>
                  <a:pt x="28428" y="3151188"/>
                  <a:pt x="0" y="3122759"/>
                  <a:pt x="0" y="3087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347021" y="1182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418459" y="1270000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62508"/>
                </a:moveTo>
                <a:cubicBezTo>
                  <a:pt x="105314" y="62508"/>
                  <a:pt x="118318" y="49504"/>
                  <a:pt x="118318" y="33486"/>
                </a:cubicBezTo>
                <a:cubicBezTo>
                  <a:pt x="118318" y="17469"/>
                  <a:pt x="105314" y="4465"/>
                  <a:pt x="89297" y="4465"/>
                </a:cubicBezTo>
                <a:cubicBezTo>
                  <a:pt x="73279" y="4465"/>
                  <a:pt x="60275" y="17469"/>
                  <a:pt x="60275" y="33486"/>
                </a:cubicBezTo>
                <a:cubicBezTo>
                  <a:pt x="60275" y="49504"/>
                  <a:pt x="73279" y="62508"/>
                  <a:pt x="89297" y="62508"/>
                </a:cubicBezTo>
                <a:close/>
                <a:moveTo>
                  <a:pt x="26789" y="64740"/>
                </a:moveTo>
                <a:cubicBezTo>
                  <a:pt x="37878" y="64740"/>
                  <a:pt x="46881" y="55737"/>
                  <a:pt x="46881" y="44648"/>
                </a:cubicBezTo>
                <a:cubicBezTo>
                  <a:pt x="46881" y="33559"/>
                  <a:pt x="37878" y="24557"/>
                  <a:pt x="26789" y="24557"/>
                </a:cubicBezTo>
                <a:cubicBezTo>
                  <a:pt x="15700" y="24557"/>
                  <a:pt x="6697" y="33559"/>
                  <a:pt x="6697" y="44648"/>
                </a:cubicBezTo>
                <a:cubicBezTo>
                  <a:pt x="6697" y="55737"/>
                  <a:pt x="15700" y="64740"/>
                  <a:pt x="26789" y="64740"/>
                </a:cubicBezTo>
                <a:close/>
                <a:moveTo>
                  <a:pt x="0" y="116086"/>
                </a:moveTo>
                <a:lnTo>
                  <a:pt x="0" y="125016"/>
                </a:lnTo>
                <a:cubicBezTo>
                  <a:pt x="0" y="129955"/>
                  <a:pt x="3990" y="133945"/>
                  <a:pt x="8930" y="133945"/>
                </a:cubicBezTo>
                <a:lnTo>
                  <a:pt x="33124" y="133945"/>
                </a:lnTo>
                <a:cubicBezTo>
                  <a:pt x="31924" y="131211"/>
                  <a:pt x="31254" y="128197"/>
                  <a:pt x="31254" y="125016"/>
                </a:cubicBezTo>
                <a:lnTo>
                  <a:pt x="31254" y="120551"/>
                </a:lnTo>
                <a:cubicBezTo>
                  <a:pt x="31254" y="105705"/>
                  <a:pt x="36835" y="92143"/>
                  <a:pt x="46016" y="81874"/>
                </a:cubicBezTo>
                <a:cubicBezTo>
                  <a:pt x="42751" y="80897"/>
                  <a:pt x="39291" y="80367"/>
                  <a:pt x="35719" y="80367"/>
                </a:cubicBezTo>
                <a:cubicBezTo>
                  <a:pt x="15990" y="80367"/>
                  <a:pt x="0" y="96357"/>
                  <a:pt x="0" y="116086"/>
                </a:cubicBezTo>
                <a:close/>
                <a:moveTo>
                  <a:pt x="171896" y="44648"/>
                </a:moveTo>
                <a:cubicBezTo>
                  <a:pt x="171896" y="33559"/>
                  <a:pt x="162894" y="24557"/>
                  <a:pt x="151805" y="24557"/>
                </a:cubicBezTo>
                <a:cubicBezTo>
                  <a:pt x="140716" y="24557"/>
                  <a:pt x="131713" y="33559"/>
                  <a:pt x="131713" y="44648"/>
                </a:cubicBezTo>
                <a:cubicBezTo>
                  <a:pt x="131713" y="55737"/>
                  <a:pt x="140716" y="64740"/>
                  <a:pt x="151805" y="64740"/>
                </a:cubicBezTo>
                <a:cubicBezTo>
                  <a:pt x="162894" y="64740"/>
                  <a:pt x="171896" y="55737"/>
                  <a:pt x="171896" y="44648"/>
                </a:cubicBezTo>
                <a:close/>
                <a:moveTo>
                  <a:pt x="44648" y="120551"/>
                </a:moveTo>
                <a:lnTo>
                  <a:pt x="44648" y="125016"/>
                </a:lnTo>
                <a:cubicBezTo>
                  <a:pt x="44648" y="129955"/>
                  <a:pt x="48639" y="133945"/>
                  <a:pt x="53578" y="133945"/>
                </a:cubicBezTo>
                <a:lnTo>
                  <a:pt x="97334" y="133945"/>
                </a:lnTo>
                <a:cubicBezTo>
                  <a:pt x="95352" y="127918"/>
                  <a:pt x="95576" y="121555"/>
                  <a:pt x="100319" y="116086"/>
                </a:cubicBezTo>
                <a:cubicBezTo>
                  <a:pt x="96413" y="111565"/>
                  <a:pt x="94599" y="105008"/>
                  <a:pt x="97138" y="98422"/>
                </a:cubicBezTo>
                <a:cubicBezTo>
                  <a:pt x="98980" y="93650"/>
                  <a:pt x="101575" y="89185"/>
                  <a:pt x="104784" y="85223"/>
                </a:cubicBezTo>
                <a:cubicBezTo>
                  <a:pt x="106291" y="83381"/>
                  <a:pt x="108021" y="81958"/>
                  <a:pt x="109891" y="80925"/>
                </a:cubicBezTo>
                <a:cubicBezTo>
                  <a:pt x="103724" y="77716"/>
                  <a:pt x="96720" y="75902"/>
                  <a:pt x="89297" y="75902"/>
                </a:cubicBezTo>
                <a:cubicBezTo>
                  <a:pt x="64629" y="75902"/>
                  <a:pt x="44648" y="95883"/>
                  <a:pt x="44648" y="120551"/>
                </a:cubicBezTo>
                <a:close/>
                <a:moveTo>
                  <a:pt x="174296" y="108245"/>
                </a:moveTo>
                <a:cubicBezTo>
                  <a:pt x="176054" y="107240"/>
                  <a:pt x="176947" y="105147"/>
                  <a:pt x="176194" y="103222"/>
                </a:cubicBezTo>
                <a:cubicBezTo>
                  <a:pt x="174854" y="99761"/>
                  <a:pt x="172985" y="96496"/>
                  <a:pt x="170641" y="93622"/>
                </a:cubicBezTo>
                <a:cubicBezTo>
                  <a:pt x="169357" y="92032"/>
                  <a:pt x="167097" y="91753"/>
                  <a:pt x="165339" y="92785"/>
                </a:cubicBezTo>
                <a:cubicBezTo>
                  <a:pt x="159255" y="96301"/>
                  <a:pt x="151777" y="92004"/>
                  <a:pt x="151777" y="84944"/>
                </a:cubicBezTo>
                <a:cubicBezTo>
                  <a:pt x="151777" y="82907"/>
                  <a:pt x="150409" y="81093"/>
                  <a:pt x="148400" y="80786"/>
                </a:cubicBezTo>
                <a:cubicBezTo>
                  <a:pt x="144800" y="80228"/>
                  <a:pt x="140922" y="80228"/>
                  <a:pt x="137322" y="80786"/>
                </a:cubicBezTo>
                <a:cubicBezTo>
                  <a:pt x="135313" y="81093"/>
                  <a:pt x="133945" y="82907"/>
                  <a:pt x="133945" y="84944"/>
                </a:cubicBezTo>
                <a:cubicBezTo>
                  <a:pt x="133945" y="91976"/>
                  <a:pt x="126467" y="96301"/>
                  <a:pt x="120383" y="92785"/>
                </a:cubicBezTo>
                <a:cubicBezTo>
                  <a:pt x="118625" y="91780"/>
                  <a:pt x="116365" y="92059"/>
                  <a:pt x="115081" y="93622"/>
                </a:cubicBezTo>
                <a:cubicBezTo>
                  <a:pt x="112737" y="96496"/>
                  <a:pt x="110868" y="99761"/>
                  <a:pt x="109528" y="103222"/>
                </a:cubicBezTo>
                <a:cubicBezTo>
                  <a:pt x="108803" y="105119"/>
                  <a:pt x="109668" y="107212"/>
                  <a:pt x="111426" y="108217"/>
                </a:cubicBezTo>
                <a:cubicBezTo>
                  <a:pt x="117537" y="111733"/>
                  <a:pt x="117537" y="120355"/>
                  <a:pt x="111426" y="123899"/>
                </a:cubicBezTo>
                <a:cubicBezTo>
                  <a:pt x="109668" y="124904"/>
                  <a:pt x="108775" y="126997"/>
                  <a:pt x="109528" y="128894"/>
                </a:cubicBezTo>
                <a:cubicBezTo>
                  <a:pt x="110868" y="132355"/>
                  <a:pt x="112737" y="135620"/>
                  <a:pt x="115081" y="138494"/>
                </a:cubicBezTo>
                <a:cubicBezTo>
                  <a:pt x="116365" y="140084"/>
                  <a:pt x="118625" y="140364"/>
                  <a:pt x="120383" y="139331"/>
                </a:cubicBezTo>
                <a:cubicBezTo>
                  <a:pt x="126467" y="135815"/>
                  <a:pt x="133945" y="140140"/>
                  <a:pt x="133945" y="147172"/>
                </a:cubicBezTo>
                <a:cubicBezTo>
                  <a:pt x="133945" y="149209"/>
                  <a:pt x="135313" y="151023"/>
                  <a:pt x="137322" y="151330"/>
                </a:cubicBezTo>
                <a:cubicBezTo>
                  <a:pt x="140922" y="151888"/>
                  <a:pt x="144800" y="151888"/>
                  <a:pt x="148400" y="151330"/>
                </a:cubicBezTo>
                <a:cubicBezTo>
                  <a:pt x="150409" y="151023"/>
                  <a:pt x="151777" y="149209"/>
                  <a:pt x="151777" y="147172"/>
                </a:cubicBezTo>
                <a:cubicBezTo>
                  <a:pt x="151777" y="140140"/>
                  <a:pt x="159255" y="135815"/>
                  <a:pt x="165339" y="139331"/>
                </a:cubicBezTo>
                <a:cubicBezTo>
                  <a:pt x="167097" y="140336"/>
                  <a:pt x="169357" y="140057"/>
                  <a:pt x="170641" y="138494"/>
                </a:cubicBezTo>
                <a:cubicBezTo>
                  <a:pt x="172985" y="135620"/>
                  <a:pt x="174854" y="132355"/>
                  <a:pt x="176194" y="128894"/>
                </a:cubicBezTo>
                <a:cubicBezTo>
                  <a:pt x="176919" y="126997"/>
                  <a:pt x="176054" y="124904"/>
                  <a:pt x="174296" y="123899"/>
                </a:cubicBezTo>
                <a:cubicBezTo>
                  <a:pt x="168185" y="120383"/>
                  <a:pt x="168185" y="111761"/>
                  <a:pt x="174296" y="108217"/>
                </a:cubicBezTo>
                <a:close/>
                <a:moveTo>
                  <a:pt x="131713" y="116086"/>
                </a:moveTo>
                <a:cubicBezTo>
                  <a:pt x="131713" y="109925"/>
                  <a:pt x="136714" y="104924"/>
                  <a:pt x="142875" y="104924"/>
                </a:cubicBezTo>
                <a:cubicBezTo>
                  <a:pt x="149036" y="104924"/>
                  <a:pt x="154037" y="109925"/>
                  <a:pt x="154037" y="116086"/>
                </a:cubicBezTo>
                <a:cubicBezTo>
                  <a:pt x="154037" y="122246"/>
                  <a:pt x="149036" y="127248"/>
                  <a:pt x="142875" y="127248"/>
                </a:cubicBezTo>
                <a:cubicBezTo>
                  <a:pt x="136714" y="127248"/>
                  <a:pt x="131713" y="122246"/>
                  <a:pt x="131713" y="1160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59771" y="1230313"/>
            <a:ext cx="92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47021" y="159543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442271" y="169068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组建AI团队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2271" y="191293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构建4个Agent团队：魅力型领导Milo、务实型商务Josh、幽默型营销Angela、内向型代码天才Bob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7021" y="245268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442271" y="254793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创意孵化流水线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2271" y="277018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发送想法→记录为任务→夜间Cron job唤醒子Agent研究→早晨生成决策报告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47021" y="330993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442271" y="340518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开发测试流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2271" y="362743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记录需求→生成工作列表→Codex Agent写代码→Claude Agent审查PR→生成测试文档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10761" y="1051719"/>
            <a:ext cx="3762375" cy="3151188"/>
          </a:xfrm>
          <a:custGeom>
            <a:avLst/>
            <a:gdLst/>
            <a:ahLst/>
            <a:cxnLst/>
            <a:rect l="l" t="t" r="r" b="b"/>
            <a:pathLst>
              <a:path w="3762375" h="3151188">
                <a:moveTo>
                  <a:pt x="63496" y="0"/>
                </a:moveTo>
                <a:lnTo>
                  <a:pt x="3698879" y="0"/>
                </a:lnTo>
                <a:cubicBezTo>
                  <a:pt x="3733947" y="0"/>
                  <a:pt x="3762375" y="28428"/>
                  <a:pt x="3762375" y="63496"/>
                </a:cubicBezTo>
                <a:lnTo>
                  <a:pt x="3762375" y="3087691"/>
                </a:lnTo>
                <a:cubicBezTo>
                  <a:pt x="3762375" y="3122759"/>
                  <a:pt x="3733947" y="3151188"/>
                  <a:pt x="3698879" y="3151188"/>
                </a:cubicBezTo>
                <a:lnTo>
                  <a:pt x="63496" y="3151188"/>
                </a:lnTo>
                <a:cubicBezTo>
                  <a:pt x="28428" y="3151188"/>
                  <a:pt x="0" y="3122759"/>
                  <a:pt x="0" y="3087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 w="12700">
            <a:solidFill>
              <a:srgbClr val="C4B7A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41729" y="1182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322097" y="127000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75037" y="23775"/>
                </a:moveTo>
                <a:lnTo>
                  <a:pt x="42500" y="59941"/>
                </a:lnTo>
                <a:cubicBezTo>
                  <a:pt x="41216" y="61364"/>
                  <a:pt x="41272" y="63568"/>
                  <a:pt x="42639" y="64936"/>
                </a:cubicBezTo>
                <a:cubicBezTo>
                  <a:pt x="51150" y="73447"/>
                  <a:pt x="64963" y="73447"/>
                  <a:pt x="73475" y="64936"/>
                </a:cubicBezTo>
                <a:lnTo>
                  <a:pt x="82348" y="56062"/>
                </a:lnTo>
                <a:cubicBezTo>
                  <a:pt x="83520" y="54890"/>
                  <a:pt x="84999" y="54248"/>
                  <a:pt x="86506" y="54136"/>
                </a:cubicBezTo>
                <a:cubicBezTo>
                  <a:pt x="88404" y="53969"/>
                  <a:pt x="90357" y="54611"/>
                  <a:pt x="91808" y="56062"/>
                </a:cubicBezTo>
                <a:lnTo>
                  <a:pt x="141089" y="104924"/>
                </a:lnTo>
                <a:lnTo>
                  <a:pt x="160734" y="89297"/>
                </a:lnTo>
                <a:lnTo>
                  <a:pt x="160734" y="8930"/>
                </a:lnTo>
                <a:lnTo>
                  <a:pt x="129480" y="26789"/>
                </a:lnTo>
                <a:lnTo>
                  <a:pt x="122839" y="22352"/>
                </a:lnTo>
                <a:cubicBezTo>
                  <a:pt x="118430" y="19422"/>
                  <a:pt x="113268" y="17859"/>
                  <a:pt x="107966" y="17859"/>
                </a:cubicBezTo>
                <a:lnTo>
                  <a:pt x="88320" y="17859"/>
                </a:lnTo>
                <a:cubicBezTo>
                  <a:pt x="88013" y="17859"/>
                  <a:pt x="87678" y="17859"/>
                  <a:pt x="87371" y="17887"/>
                </a:cubicBezTo>
                <a:cubicBezTo>
                  <a:pt x="82655" y="18138"/>
                  <a:pt x="78218" y="20259"/>
                  <a:pt x="75037" y="23775"/>
                </a:cubicBezTo>
                <a:close/>
                <a:moveTo>
                  <a:pt x="32538" y="50983"/>
                </a:moveTo>
                <a:lnTo>
                  <a:pt x="62340" y="17859"/>
                </a:lnTo>
                <a:lnTo>
                  <a:pt x="51290" y="17859"/>
                </a:lnTo>
                <a:cubicBezTo>
                  <a:pt x="44174" y="17859"/>
                  <a:pt x="37365" y="20678"/>
                  <a:pt x="32342" y="25701"/>
                </a:cubicBezTo>
                <a:lnTo>
                  <a:pt x="31254" y="26789"/>
                </a:lnTo>
                <a:lnTo>
                  <a:pt x="0" y="8930"/>
                </a:lnTo>
                <a:lnTo>
                  <a:pt x="0" y="89297"/>
                </a:lnTo>
                <a:lnTo>
                  <a:pt x="43644" y="125657"/>
                </a:lnTo>
                <a:cubicBezTo>
                  <a:pt x="50062" y="131015"/>
                  <a:pt x="58155" y="133945"/>
                  <a:pt x="66498" y="133945"/>
                </a:cubicBezTo>
                <a:lnTo>
                  <a:pt x="70879" y="133945"/>
                </a:lnTo>
                <a:lnTo>
                  <a:pt x="68926" y="131992"/>
                </a:lnTo>
                <a:cubicBezTo>
                  <a:pt x="66303" y="129369"/>
                  <a:pt x="66303" y="125127"/>
                  <a:pt x="68926" y="122532"/>
                </a:cubicBezTo>
                <a:cubicBezTo>
                  <a:pt x="71549" y="119937"/>
                  <a:pt x="75791" y="119909"/>
                  <a:pt x="78386" y="122532"/>
                </a:cubicBezTo>
                <a:lnTo>
                  <a:pt x="89827" y="133973"/>
                </a:lnTo>
                <a:lnTo>
                  <a:pt x="92339" y="133973"/>
                </a:lnTo>
                <a:cubicBezTo>
                  <a:pt x="97668" y="133973"/>
                  <a:pt x="102887" y="132773"/>
                  <a:pt x="107631" y="130541"/>
                </a:cubicBezTo>
                <a:lnTo>
                  <a:pt x="100180" y="123062"/>
                </a:lnTo>
                <a:cubicBezTo>
                  <a:pt x="97557" y="120439"/>
                  <a:pt x="97557" y="116198"/>
                  <a:pt x="100180" y="113602"/>
                </a:cubicBezTo>
                <a:cubicBezTo>
                  <a:pt x="102803" y="111007"/>
                  <a:pt x="107045" y="110979"/>
                  <a:pt x="109640" y="113602"/>
                </a:cubicBezTo>
                <a:lnTo>
                  <a:pt x="118570" y="122532"/>
                </a:lnTo>
                <a:lnTo>
                  <a:pt x="123453" y="117649"/>
                </a:lnTo>
                <a:cubicBezTo>
                  <a:pt x="125936" y="115165"/>
                  <a:pt x="126662" y="111565"/>
                  <a:pt x="125574" y="108412"/>
                </a:cubicBezTo>
                <a:lnTo>
                  <a:pt x="87092" y="70238"/>
                </a:lnTo>
                <a:lnTo>
                  <a:pt x="82934" y="74395"/>
                </a:lnTo>
                <a:cubicBezTo>
                  <a:pt x="69177" y="88153"/>
                  <a:pt x="46909" y="88153"/>
                  <a:pt x="33151" y="74395"/>
                </a:cubicBezTo>
                <a:cubicBezTo>
                  <a:pt x="26733" y="67977"/>
                  <a:pt x="26482" y="57680"/>
                  <a:pt x="32538" y="50955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54479" y="1230313"/>
            <a:ext cx="92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现实世界执行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1729" y="159543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336979" y="169068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自动谈判购买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36979" y="191293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通过浏览器、邮件、iMessage与多个汽车经销商谈判，为用户节省4200美元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41729" y="245268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36979" y="2635250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处理保险索赔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6979" y="2857500"/>
            <a:ext cx="3373438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自主提交保险理赔申请并预约维修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1729" y="3309938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336979" y="3405188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超市自动下单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36979" y="3627438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登录超市账户，读取1Password，通过Beeper读取短信验证码(MFA)，完成加购下单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1469" y="4337844"/>
            <a:ext cx="3762375" cy="3151188"/>
          </a:xfrm>
          <a:custGeom>
            <a:avLst/>
            <a:gdLst/>
            <a:ahLst/>
            <a:cxnLst/>
            <a:rect l="l" t="t" r="r" b="b"/>
            <a:pathLst>
              <a:path w="3762375" h="3151188">
                <a:moveTo>
                  <a:pt x="63496" y="0"/>
                </a:moveTo>
                <a:lnTo>
                  <a:pt x="3698879" y="0"/>
                </a:lnTo>
                <a:cubicBezTo>
                  <a:pt x="3733947" y="0"/>
                  <a:pt x="3762375" y="28428"/>
                  <a:pt x="3762375" y="63496"/>
                </a:cubicBezTo>
                <a:lnTo>
                  <a:pt x="3762375" y="3087691"/>
                </a:lnTo>
                <a:cubicBezTo>
                  <a:pt x="3762375" y="3122759"/>
                  <a:pt x="3733947" y="3151188"/>
                  <a:pt x="3698879" y="3151188"/>
                </a:cubicBezTo>
                <a:lnTo>
                  <a:pt x="63496" y="3151188"/>
                </a:lnTo>
                <a:cubicBezTo>
                  <a:pt x="28428" y="3151188"/>
                  <a:pt x="0" y="3122759"/>
                  <a:pt x="0" y="3087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52438" y="4468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41734" y="4556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65188" y="4516438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第二大脑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2438" y="4881563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47688" y="4976813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信息聚合去噪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7688" y="5199063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每天早上提供简报(天气、行程、健康数据、推荐阅读)，监控X书签、Hacker News、YouTube视频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2438" y="5738813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47688" y="5834063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知识库同步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7688" y="6056313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将研究成果、会议记录、健康数据自动整理同步到Notion、Obsidian或Tana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2438" y="6596063"/>
            <a:ext cx="3500438" cy="762000"/>
          </a:xfrm>
          <a:custGeom>
            <a:avLst/>
            <a:gdLst/>
            <a:ahLst/>
            <a:cxnLst/>
            <a:rect l="l" t="t" r="r" b="b"/>
            <a:pathLst>
              <a:path w="3500438" h="762000">
                <a:moveTo>
                  <a:pt x="31753" y="0"/>
                </a:moveTo>
                <a:lnTo>
                  <a:pt x="3468685" y="0"/>
                </a:lnTo>
                <a:cubicBezTo>
                  <a:pt x="3486221" y="0"/>
                  <a:pt x="3500438" y="14216"/>
                  <a:pt x="3500438" y="31753"/>
                </a:cubicBezTo>
                <a:lnTo>
                  <a:pt x="3500438" y="730247"/>
                </a:lnTo>
                <a:cubicBezTo>
                  <a:pt x="3500438" y="747784"/>
                  <a:pt x="3486221" y="762000"/>
                  <a:pt x="34686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547688" y="6691313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技能学习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7688" y="6913563"/>
            <a:ext cx="337343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根据用户水平量身定制中文学习课程，包含语音合成和发音反馈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16053" y="4337844"/>
            <a:ext cx="7651750" cy="3151188"/>
          </a:xfrm>
          <a:custGeom>
            <a:avLst/>
            <a:gdLst/>
            <a:ahLst/>
            <a:cxnLst/>
            <a:rect l="l" t="t" r="r" b="b"/>
            <a:pathLst>
              <a:path w="7651750" h="3151188">
                <a:moveTo>
                  <a:pt x="63496" y="0"/>
                </a:moveTo>
                <a:lnTo>
                  <a:pt x="7588254" y="0"/>
                </a:lnTo>
                <a:cubicBezTo>
                  <a:pt x="7623322" y="0"/>
                  <a:pt x="7651750" y="28428"/>
                  <a:pt x="7651750" y="63496"/>
                </a:cubicBezTo>
                <a:lnTo>
                  <a:pt x="7651750" y="3087691"/>
                </a:lnTo>
                <a:cubicBezTo>
                  <a:pt x="7651750" y="3122759"/>
                  <a:pt x="7623322" y="3151188"/>
                  <a:pt x="7588254" y="3151188"/>
                </a:cubicBezTo>
                <a:lnTo>
                  <a:pt x="63496" y="3151188"/>
                </a:lnTo>
                <a:cubicBezTo>
                  <a:pt x="28428" y="3151188"/>
                  <a:pt x="0" y="3122759"/>
                  <a:pt x="0" y="3087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4347021" y="4468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4436318" y="4556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7521" y="2400"/>
                </a:moveTo>
                <a:cubicBezTo>
                  <a:pt x="74089" y="-781"/>
                  <a:pt x="68786" y="-781"/>
                  <a:pt x="65382" y="2400"/>
                </a:cubicBezTo>
                <a:lnTo>
                  <a:pt x="2874" y="60443"/>
                </a:lnTo>
                <a:cubicBezTo>
                  <a:pt x="195" y="62954"/>
                  <a:pt x="-698" y="66833"/>
                  <a:pt x="642" y="70238"/>
                </a:cubicBezTo>
                <a:cubicBezTo>
                  <a:pt x="1981" y="73642"/>
                  <a:pt x="5246" y="75902"/>
                  <a:pt x="8930" y="75902"/>
                </a:cubicBezTo>
                <a:lnTo>
                  <a:pt x="13395" y="75902"/>
                </a:lnTo>
                <a:lnTo>
                  <a:pt x="13395" y="125016"/>
                </a:lnTo>
                <a:cubicBezTo>
                  <a:pt x="13395" y="134866"/>
                  <a:pt x="21403" y="142875"/>
                  <a:pt x="31254" y="142875"/>
                </a:cubicBezTo>
                <a:lnTo>
                  <a:pt x="111621" y="142875"/>
                </a:lnTo>
                <a:cubicBezTo>
                  <a:pt x="121472" y="142875"/>
                  <a:pt x="129480" y="134866"/>
                  <a:pt x="129480" y="125016"/>
                </a:cubicBezTo>
                <a:lnTo>
                  <a:pt x="129480" y="75902"/>
                </a:lnTo>
                <a:lnTo>
                  <a:pt x="133945" y="75902"/>
                </a:lnTo>
                <a:cubicBezTo>
                  <a:pt x="137629" y="75902"/>
                  <a:pt x="140922" y="73642"/>
                  <a:pt x="142261" y="70238"/>
                </a:cubicBezTo>
                <a:cubicBezTo>
                  <a:pt x="143601" y="66833"/>
                  <a:pt x="142708" y="62926"/>
                  <a:pt x="140029" y="60443"/>
                </a:cubicBezTo>
                <a:lnTo>
                  <a:pt x="77521" y="2400"/>
                </a:lnTo>
                <a:close/>
                <a:moveTo>
                  <a:pt x="66973" y="89297"/>
                </a:moveTo>
                <a:lnTo>
                  <a:pt x="75902" y="89297"/>
                </a:lnTo>
                <a:cubicBezTo>
                  <a:pt x="83297" y="89297"/>
                  <a:pt x="89297" y="95297"/>
                  <a:pt x="89297" y="102691"/>
                </a:cubicBezTo>
                <a:lnTo>
                  <a:pt x="89297" y="129480"/>
                </a:lnTo>
                <a:lnTo>
                  <a:pt x="53578" y="129480"/>
                </a:lnTo>
                <a:lnTo>
                  <a:pt x="53578" y="102691"/>
                </a:lnTo>
                <a:cubicBezTo>
                  <a:pt x="53578" y="95297"/>
                  <a:pt x="59578" y="89297"/>
                  <a:pt x="66973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4759771" y="4516438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智能家居与硬件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347021" y="4881563"/>
            <a:ext cx="2397125" cy="2476500"/>
          </a:xfrm>
          <a:custGeom>
            <a:avLst/>
            <a:gdLst/>
            <a:ahLst/>
            <a:cxnLst/>
            <a:rect l="l" t="t" r="r" b="b"/>
            <a:pathLst>
              <a:path w="2397125" h="2476500">
                <a:moveTo>
                  <a:pt x="31762" y="0"/>
                </a:moveTo>
                <a:lnTo>
                  <a:pt x="2365363" y="0"/>
                </a:lnTo>
                <a:cubicBezTo>
                  <a:pt x="2382905" y="0"/>
                  <a:pt x="2397125" y="14220"/>
                  <a:pt x="2397125" y="31762"/>
                </a:cubicBezTo>
                <a:lnTo>
                  <a:pt x="2397125" y="2444738"/>
                </a:lnTo>
                <a:cubicBezTo>
                  <a:pt x="2397125" y="2462280"/>
                  <a:pt x="2382905" y="2476500"/>
                  <a:pt x="2365363" y="2476500"/>
                </a:cubicBezTo>
                <a:lnTo>
                  <a:pt x="31762" y="2476500"/>
                </a:lnTo>
                <a:cubicBezTo>
                  <a:pt x="14220" y="2476500"/>
                  <a:pt x="0" y="2462280"/>
                  <a:pt x="0" y="2444738"/>
                </a:cubicBezTo>
                <a:lnTo>
                  <a:pt x="0" y="31762"/>
                </a:lnTo>
                <a:cubicBezTo>
                  <a:pt x="0" y="14232"/>
                  <a:pt x="14232" y="0"/>
                  <a:pt x="3176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4442271" y="5659438"/>
            <a:ext cx="227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硬件管家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42271" y="5881688"/>
            <a:ext cx="227012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部署在树莓派或Mac Mini上，拥有独立"身体"和账户，控制HomePod、Alexa设备，校准IoTawatt电力监测硬件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842869" y="4881563"/>
            <a:ext cx="2397125" cy="2476500"/>
          </a:xfrm>
          <a:custGeom>
            <a:avLst/>
            <a:gdLst/>
            <a:ahLst/>
            <a:cxnLst/>
            <a:rect l="l" t="t" r="r" b="b"/>
            <a:pathLst>
              <a:path w="2397125" h="2476500">
                <a:moveTo>
                  <a:pt x="31762" y="0"/>
                </a:moveTo>
                <a:lnTo>
                  <a:pt x="2365363" y="0"/>
                </a:lnTo>
                <a:cubicBezTo>
                  <a:pt x="2382905" y="0"/>
                  <a:pt x="2397125" y="14220"/>
                  <a:pt x="2397125" y="31762"/>
                </a:cubicBezTo>
                <a:lnTo>
                  <a:pt x="2397125" y="2444738"/>
                </a:lnTo>
                <a:cubicBezTo>
                  <a:pt x="2397125" y="2462280"/>
                  <a:pt x="2382905" y="2476500"/>
                  <a:pt x="2365363" y="2476500"/>
                </a:cubicBezTo>
                <a:lnTo>
                  <a:pt x="31762" y="2476500"/>
                </a:lnTo>
                <a:cubicBezTo>
                  <a:pt x="14220" y="2476500"/>
                  <a:pt x="0" y="2462280"/>
                  <a:pt x="0" y="2444738"/>
                </a:cubicBezTo>
                <a:lnTo>
                  <a:pt x="0" y="31762"/>
                </a:lnTo>
                <a:cubicBezTo>
                  <a:pt x="0" y="14232"/>
                  <a:pt x="14232" y="0"/>
                  <a:pt x="3176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938119" y="5746750"/>
            <a:ext cx="227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膳食规划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938119" y="5969000"/>
            <a:ext cx="227012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制定全年膳食计划，根据天气预报调整菜单(如适合烧烤的日子)，按超市货架顺序生成购物清单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338717" y="4881563"/>
            <a:ext cx="2397125" cy="2476500"/>
          </a:xfrm>
          <a:custGeom>
            <a:avLst/>
            <a:gdLst/>
            <a:ahLst/>
            <a:cxnLst/>
            <a:rect l="l" t="t" r="r" b="b"/>
            <a:pathLst>
              <a:path w="2397125" h="2476500">
                <a:moveTo>
                  <a:pt x="31762" y="0"/>
                </a:moveTo>
                <a:lnTo>
                  <a:pt x="2365363" y="0"/>
                </a:lnTo>
                <a:cubicBezTo>
                  <a:pt x="2382905" y="0"/>
                  <a:pt x="2397125" y="14220"/>
                  <a:pt x="2397125" y="31762"/>
                </a:cubicBezTo>
                <a:lnTo>
                  <a:pt x="2397125" y="2444738"/>
                </a:lnTo>
                <a:cubicBezTo>
                  <a:pt x="2397125" y="2462280"/>
                  <a:pt x="2382905" y="2476500"/>
                  <a:pt x="2365363" y="2476500"/>
                </a:cubicBezTo>
                <a:lnTo>
                  <a:pt x="31762" y="2476500"/>
                </a:lnTo>
                <a:cubicBezTo>
                  <a:pt x="14220" y="2476500"/>
                  <a:pt x="0" y="2462280"/>
                  <a:pt x="0" y="2444738"/>
                </a:cubicBezTo>
                <a:lnTo>
                  <a:pt x="0" y="31762"/>
                </a:lnTo>
                <a:cubicBezTo>
                  <a:pt x="0" y="14232"/>
                  <a:pt x="14232" y="0"/>
                  <a:pt x="3176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9433967" y="5834063"/>
            <a:ext cx="227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健康监控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433967" y="6056313"/>
            <a:ext cx="227012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整合WHOOP或Garmin数据，生成运动热力图，用户熬夜时发送信息提醒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701" y="373701"/>
            <a:ext cx="56055" cy="373701"/>
          </a:xfrm>
          <a:custGeom>
            <a:avLst/>
            <a:gdLst/>
            <a:ahLst/>
            <a:cxnLst/>
            <a:rect l="l" t="t" r="r" b="b"/>
            <a:pathLst>
              <a:path w="56055" h="373701">
                <a:moveTo>
                  <a:pt x="0" y="0"/>
                </a:moveTo>
                <a:lnTo>
                  <a:pt x="56055" y="0"/>
                </a:lnTo>
                <a:lnTo>
                  <a:pt x="56055" y="373701"/>
                </a:lnTo>
                <a:lnTo>
                  <a:pt x="0" y="373701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1867" y="373701"/>
            <a:ext cx="7053609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OpenClaw架构: 网关搭台,工具干活,技能串联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0552" y="841193"/>
            <a:ext cx="1134183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扩展哲学 - Plugins扩展连接能力,Skills扩展任务逻辑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2386" y="1233214"/>
            <a:ext cx="5605517" cy="1681655"/>
          </a:xfrm>
          <a:custGeom>
            <a:avLst/>
            <a:gdLst/>
            <a:ahLst/>
            <a:cxnLst/>
            <a:rect l="l" t="t" r="r" b="b"/>
            <a:pathLst>
              <a:path w="5605517" h="1681655">
                <a:moveTo>
                  <a:pt x="37370" y="0"/>
                </a:moveTo>
                <a:lnTo>
                  <a:pt x="5530784" y="0"/>
                </a:lnTo>
                <a:cubicBezTo>
                  <a:pt x="5572058" y="0"/>
                  <a:pt x="5605517" y="33459"/>
                  <a:pt x="5605517" y="74733"/>
                </a:cubicBezTo>
                <a:lnTo>
                  <a:pt x="5605517" y="1606922"/>
                </a:lnTo>
                <a:cubicBezTo>
                  <a:pt x="5605517" y="1648196"/>
                  <a:pt x="5572058" y="1681655"/>
                  <a:pt x="5530784" y="1681655"/>
                </a:cubicBezTo>
                <a:lnTo>
                  <a:pt x="37370" y="1681655"/>
                </a:lnTo>
                <a:cubicBezTo>
                  <a:pt x="16731" y="1681655"/>
                  <a:pt x="0" y="1664924"/>
                  <a:pt x="0" y="1644285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2386" y="1233214"/>
            <a:ext cx="37370" cy="1681655"/>
          </a:xfrm>
          <a:custGeom>
            <a:avLst/>
            <a:gdLst/>
            <a:ahLst/>
            <a:cxnLst/>
            <a:rect l="l" t="t" r="r" b="b"/>
            <a:pathLst>
              <a:path w="37370" h="1681655">
                <a:moveTo>
                  <a:pt x="37370" y="0"/>
                </a:moveTo>
                <a:lnTo>
                  <a:pt x="37370" y="0"/>
                </a:lnTo>
                <a:lnTo>
                  <a:pt x="37370" y="1681655"/>
                </a:lnTo>
                <a:lnTo>
                  <a:pt x="37370" y="1681655"/>
                </a:lnTo>
                <a:cubicBezTo>
                  <a:pt x="16731" y="1681655"/>
                  <a:pt x="0" y="1664924"/>
                  <a:pt x="0" y="1644285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72230" y="1420064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90506" y="32115"/>
                </a:moveTo>
                <a:lnTo>
                  <a:pt x="119701" y="32115"/>
                </a:lnTo>
                <a:lnTo>
                  <a:pt x="119701" y="49632"/>
                </a:lnTo>
                <a:lnTo>
                  <a:pt x="90506" y="49632"/>
                </a:lnTo>
                <a:lnTo>
                  <a:pt x="90506" y="32115"/>
                </a:lnTo>
                <a:close/>
                <a:moveTo>
                  <a:pt x="87586" y="11678"/>
                </a:moveTo>
                <a:cubicBezTo>
                  <a:pt x="77915" y="11678"/>
                  <a:pt x="70069" y="19524"/>
                  <a:pt x="70069" y="29195"/>
                </a:cubicBezTo>
                <a:lnTo>
                  <a:pt x="70069" y="52552"/>
                </a:lnTo>
                <a:cubicBezTo>
                  <a:pt x="70069" y="62223"/>
                  <a:pt x="77915" y="70069"/>
                  <a:pt x="87586" y="70069"/>
                </a:cubicBezTo>
                <a:lnTo>
                  <a:pt x="93425" y="70069"/>
                </a:lnTo>
                <a:lnTo>
                  <a:pt x="93425" y="81747"/>
                </a:lnTo>
                <a:lnTo>
                  <a:pt x="11678" y="81747"/>
                </a:lnTo>
                <a:cubicBezTo>
                  <a:pt x="5219" y="81747"/>
                  <a:pt x="0" y="86966"/>
                  <a:pt x="0" y="93425"/>
                </a:cubicBezTo>
                <a:cubicBezTo>
                  <a:pt x="0" y="99885"/>
                  <a:pt x="5219" y="105103"/>
                  <a:pt x="11678" y="105103"/>
                </a:cubicBezTo>
                <a:lnTo>
                  <a:pt x="46713" y="105103"/>
                </a:lnTo>
                <a:lnTo>
                  <a:pt x="46713" y="116782"/>
                </a:lnTo>
                <a:lnTo>
                  <a:pt x="40874" y="116782"/>
                </a:lnTo>
                <a:cubicBezTo>
                  <a:pt x="31203" y="116782"/>
                  <a:pt x="23356" y="124628"/>
                  <a:pt x="23356" y="134299"/>
                </a:cubicBezTo>
                <a:lnTo>
                  <a:pt x="23356" y="157655"/>
                </a:lnTo>
                <a:cubicBezTo>
                  <a:pt x="23356" y="167326"/>
                  <a:pt x="31203" y="175172"/>
                  <a:pt x="40874" y="175172"/>
                </a:cubicBezTo>
                <a:lnTo>
                  <a:pt x="75908" y="175172"/>
                </a:lnTo>
                <a:cubicBezTo>
                  <a:pt x="85579" y="175172"/>
                  <a:pt x="93425" y="167326"/>
                  <a:pt x="93425" y="157655"/>
                </a:cubicBezTo>
                <a:lnTo>
                  <a:pt x="93425" y="134299"/>
                </a:lnTo>
                <a:cubicBezTo>
                  <a:pt x="93425" y="124628"/>
                  <a:pt x="85579" y="116782"/>
                  <a:pt x="75908" y="116782"/>
                </a:cubicBezTo>
                <a:lnTo>
                  <a:pt x="70069" y="116782"/>
                </a:lnTo>
                <a:lnTo>
                  <a:pt x="70069" y="105103"/>
                </a:lnTo>
                <a:lnTo>
                  <a:pt x="140138" y="105103"/>
                </a:lnTo>
                <a:lnTo>
                  <a:pt x="140138" y="116782"/>
                </a:lnTo>
                <a:lnTo>
                  <a:pt x="134299" y="116782"/>
                </a:lnTo>
                <a:cubicBezTo>
                  <a:pt x="124628" y="116782"/>
                  <a:pt x="116782" y="124628"/>
                  <a:pt x="116782" y="134299"/>
                </a:cubicBezTo>
                <a:lnTo>
                  <a:pt x="116782" y="157655"/>
                </a:lnTo>
                <a:cubicBezTo>
                  <a:pt x="116782" y="167326"/>
                  <a:pt x="124628" y="175172"/>
                  <a:pt x="134299" y="175172"/>
                </a:cubicBezTo>
                <a:lnTo>
                  <a:pt x="169333" y="175172"/>
                </a:lnTo>
                <a:cubicBezTo>
                  <a:pt x="179004" y="175172"/>
                  <a:pt x="186851" y="167326"/>
                  <a:pt x="186851" y="157655"/>
                </a:cubicBezTo>
                <a:lnTo>
                  <a:pt x="186851" y="134299"/>
                </a:lnTo>
                <a:cubicBezTo>
                  <a:pt x="186851" y="124628"/>
                  <a:pt x="179004" y="116782"/>
                  <a:pt x="169333" y="116782"/>
                </a:cubicBezTo>
                <a:lnTo>
                  <a:pt x="163494" y="116782"/>
                </a:lnTo>
                <a:lnTo>
                  <a:pt x="163494" y="105103"/>
                </a:lnTo>
                <a:lnTo>
                  <a:pt x="198529" y="105103"/>
                </a:lnTo>
                <a:cubicBezTo>
                  <a:pt x="204988" y="105103"/>
                  <a:pt x="210207" y="99885"/>
                  <a:pt x="210207" y="93425"/>
                </a:cubicBezTo>
                <a:cubicBezTo>
                  <a:pt x="210207" y="86966"/>
                  <a:pt x="204988" y="81747"/>
                  <a:pt x="198529" y="81747"/>
                </a:cubicBezTo>
                <a:lnTo>
                  <a:pt x="116782" y="81747"/>
                </a:lnTo>
                <a:lnTo>
                  <a:pt x="116782" y="70069"/>
                </a:lnTo>
                <a:lnTo>
                  <a:pt x="122621" y="70069"/>
                </a:lnTo>
                <a:cubicBezTo>
                  <a:pt x="132292" y="70069"/>
                  <a:pt x="140138" y="62223"/>
                  <a:pt x="140138" y="52552"/>
                </a:cubicBezTo>
                <a:lnTo>
                  <a:pt x="140138" y="29195"/>
                </a:lnTo>
                <a:cubicBezTo>
                  <a:pt x="140138" y="19524"/>
                  <a:pt x="132292" y="11678"/>
                  <a:pt x="122621" y="11678"/>
                </a:cubicBezTo>
                <a:lnTo>
                  <a:pt x="87586" y="11678"/>
                </a:lnTo>
                <a:close/>
                <a:moveTo>
                  <a:pt x="163494" y="137218"/>
                </a:moveTo>
                <a:lnTo>
                  <a:pt x="166414" y="137218"/>
                </a:lnTo>
                <a:lnTo>
                  <a:pt x="166414" y="154736"/>
                </a:lnTo>
                <a:lnTo>
                  <a:pt x="137218" y="154736"/>
                </a:lnTo>
                <a:lnTo>
                  <a:pt x="137218" y="137218"/>
                </a:lnTo>
                <a:lnTo>
                  <a:pt x="163494" y="137218"/>
                </a:lnTo>
                <a:close/>
                <a:moveTo>
                  <a:pt x="70069" y="137218"/>
                </a:moveTo>
                <a:lnTo>
                  <a:pt x="72989" y="137218"/>
                </a:lnTo>
                <a:lnTo>
                  <a:pt x="72989" y="154736"/>
                </a:lnTo>
                <a:lnTo>
                  <a:pt x="43793" y="154736"/>
                </a:lnTo>
                <a:lnTo>
                  <a:pt x="43793" y="137218"/>
                </a:lnTo>
                <a:lnTo>
                  <a:pt x="70069" y="137218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06225" y="1382694"/>
            <a:ext cx="75674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通信枢纽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552" y="1719025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5292" y="1803108"/>
            <a:ext cx="858345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多渠道集成: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2106" y="1803108"/>
            <a:ext cx="3914957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通过协议适配器桥接WhatsApp, Telegram, Discord等平台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0552" y="2167467"/>
            <a:ext cx="5287871" cy="597922"/>
          </a:xfrm>
          <a:custGeom>
            <a:avLst/>
            <a:gdLst/>
            <a:ahLst/>
            <a:cxnLst/>
            <a:rect l="l" t="t" r="r" b="b"/>
            <a:pathLst>
              <a:path w="5287871" h="597922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560552"/>
                </a:lnTo>
                <a:cubicBezTo>
                  <a:pt x="5287871" y="581191"/>
                  <a:pt x="5271140" y="597922"/>
                  <a:pt x="5250501" y="597922"/>
                </a:cubicBezTo>
                <a:lnTo>
                  <a:pt x="37370" y="597922"/>
                </a:lnTo>
                <a:cubicBezTo>
                  <a:pt x="16731" y="597922"/>
                  <a:pt x="0" y="581191"/>
                  <a:pt x="0" y="560552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5292" y="2251549"/>
            <a:ext cx="1488966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WebSocket控制平面: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292" y="2251549"/>
            <a:ext cx="5071095" cy="429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运行在ws://127.0.0.1:18789,节点通过WebSocket管道交换指令和数据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2386" y="3064349"/>
            <a:ext cx="5605517" cy="1905876"/>
          </a:xfrm>
          <a:custGeom>
            <a:avLst/>
            <a:gdLst/>
            <a:ahLst/>
            <a:cxnLst/>
            <a:rect l="l" t="t" r="r" b="b"/>
            <a:pathLst>
              <a:path w="5605517" h="1905876">
                <a:moveTo>
                  <a:pt x="37370" y="0"/>
                </a:moveTo>
                <a:lnTo>
                  <a:pt x="5530769" y="0"/>
                </a:lnTo>
                <a:cubicBezTo>
                  <a:pt x="5572051" y="0"/>
                  <a:pt x="5605517" y="33466"/>
                  <a:pt x="5605517" y="74748"/>
                </a:cubicBezTo>
                <a:lnTo>
                  <a:pt x="5605517" y="1831127"/>
                </a:lnTo>
                <a:cubicBezTo>
                  <a:pt x="5605517" y="1872410"/>
                  <a:pt x="5572051" y="1905876"/>
                  <a:pt x="5530769" y="1905876"/>
                </a:cubicBezTo>
                <a:lnTo>
                  <a:pt x="37370" y="1905876"/>
                </a:lnTo>
                <a:cubicBezTo>
                  <a:pt x="16731" y="1905876"/>
                  <a:pt x="0" y="1889145"/>
                  <a:pt x="0" y="1868506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92386" y="3064349"/>
            <a:ext cx="37370" cy="1905876"/>
          </a:xfrm>
          <a:custGeom>
            <a:avLst/>
            <a:gdLst/>
            <a:ahLst/>
            <a:cxnLst/>
            <a:rect l="l" t="t" r="r" b="b"/>
            <a:pathLst>
              <a:path w="37370" h="1905876">
                <a:moveTo>
                  <a:pt x="37370" y="0"/>
                </a:moveTo>
                <a:lnTo>
                  <a:pt x="37370" y="0"/>
                </a:lnTo>
                <a:lnTo>
                  <a:pt x="37370" y="1905876"/>
                </a:lnTo>
                <a:lnTo>
                  <a:pt x="37370" y="1905876"/>
                </a:lnTo>
                <a:cubicBezTo>
                  <a:pt x="16731" y="1905876"/>
                  <a:pt x="0" y="1889145"/>
                  <a:pt x="0" y="1868506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60552" y="3251200"/>
            <a:ext cx="233563" cy="186851"/>
          </a:xfrm>
          <a:custGeom>
            <a:avLst/>
            <a:gdLst/>
            <a:ahLst/>
            <a:cxnLst/>
            <a:rect l="l" t="t" r="r" b="b"/>
            <a:pathLst>
              <a:path w="233563" h="186851">
                <a:moveTo>
                  <a:pt x="128460" y="0"/>
                </a:moveTo>
                <a:cubicBezTo>
                  <a:pt x="128460" y="-6459"/>
                  <a:pt x="123241" y="-11678"/>
                  <a:pt x="116782" y="-11678"/>
                </a:cubicBezTo>
                <a:cubicBezTo>
                  <a:pt x="110322" y="-11678"/>
                  <a:pt x="105103" y="-6459"/>
                  <a:pt x="105103" y="0"/>
                </a:cubicBezTo>
                <a:lnTo>
                  <a:pt x="105103" y="23356"/>
                </a:lnTo>
                <a:lnTo>
                  <a:pt x="70069" y="23356"/>
                </a:lnTo>
                <a:cubicBezTo>
                  <a:pt x="50727" y="23356"/>
                  <a:pt x="35034" y="39049"/>
                  <a:pt x="35034" y="58391"/>
                </a:cubicBezTo>
                <a:lnTo>
                  <a:pt x="35034" y="140138"/>
                </a:lnTo>
                <a:cubicBezTo>
                  <a:pt x="35034" y="159480"/>
                  <a:pt x="50727" y="175172"/>
                  <a:pt x="70069" y="175172"/>
                </a:cubicBezTo>
                <a:lnTo>
                  <a:pt x="163494" y="175172"/>
                </a:lnTo>
                <a:cubicBezTo>
                  <a:pt x="182836" y="175172"/>
                  <a:pt x="198529" y="159480"/>
                  <a:pt x="198529" y="140138"/>
                </a:cubicBezTo>
                <a:lnTo>
                  <a:pt x="198529" y="58391"/>
                </a:lnTo>
                <a:cubicBezTo>
                  <a:pt x="198529" y="39049"/>
                  <a:pt x="182836" y="23356"/>
                  <a:pt x="163494" y="23356"/>
                </a:cubicBezTo>
                <a:lnTo>
                  <a:pt x="128460" y="23356"/>
                </a:lnTo>
                <a:lnTo>
                  <a:pt x="128460" y="0"/>
                </a:lnTo>
                <a:close/>
                <a:moveTo>
                  <a:pt x="58391" y="134299"/>
                </a:moveTo>
                <a:cubicBezTo>
                  <a:pt x="58391" y="129445"/>
                  <a:pt x="62296" y="125540"/>
                  <a:pt x="67149" y="125540"/>
                </a:cubicBezTo>
                <a:lnTo>
                  <a:pt x="78828" y="125540"/>
                </a:lnTo>
                <a:cubicBezTo>
                  <a:pt x="83681" y="125540"/>
                  <a:pt x="87586" y="129445"/>
                  <a:pt x="87586" y="134299"/>
                </a:cubicBezTo>
                <a:cubicBezTo>
                  <a:pt x="87586" y="139153"/>
                  <a:pt x="83681" y="143057"/>
                  <a:pt x="78828" y="143057"/>
                </a:cubicBezTo>
                <a:lnTo>
                  <a:pt x="67149" y="143057"/>
                </a:lnTo>
                <a:cubicBezTo>
                  <a:pt x="62296" y="143057"/>
                  <a:pt x="58391" y="139153"/>
                  <a:pt x="58391" y="134299"/>
                </a:cubicBezTo>
                <a:close/>
                <a:moveTo>
                  <a:pt x="102184" y="134299"/>
                </a:moveTo>
                <a:cubicBezTo>
                  <a:pt x="102184" y="129445"/>
                  <a:pt x="106089" y="125540"/>
                  <a:pt x="110943" y="125540"/>
                </a:cubicBezTo>
                <a:lnTo>
                  <a:pt x="122621" y="125540"/>
                </a:lnTo>
                <a:cubicBezTo>
                  <a:pt x="127474" y="125540"/>
                  <a:pt x="131379" y="129445"/>
                  <a:pt x="131379" y="134299"/>
                </a:cubicBezTo>
                <a:cubicBezTo>
                  <a:pt x="131379" y="139153"/>
                  <a:pt x="127474" y="143057"/>
                  <a:pt x="122621" y="143057"/>
                </a:cubicBezTo>
                <a:lnTo>
                  <a:pt x="110943" y="143057"/>
                </a:lnTo>
                <a:cubicBezTo>
                  <a:pt x="106089" y="143057"/>
                  <a:pt x="102184" y="139153"/>
                  <a:pt x="102184" y="134299"/>
                </a:cubicBezTo>
                <a:close/>
                <a:moveTo>
                  <a:pt x="145977" y="134299"/>
                </a:moveTo>
                <a:cubicBezTo>
                  <a:pt x="145977" y="129445"/>
                  <a:pt x="149882" y="125540"/>
                  <a:pt x="154736" y="125540"/>
                </a:cubicBezTo>
                <a:lnTo>
                  <a:pt x="166414" y="125540"/>
                </a:lnTo>
                <a:cubicBezTo>
                  <a:pt x="171268" y="125540"/>
                  <a:pt x="175172" y="129445"/>
                  <a:pt x="175172" y="134299"/>
                </a:cubicBezTo>
                <a:cubicBezTo>
                  <a:pt x="175172" y="139153"/>
                  <a:pt x="171268" y="143057"/>
                  <a:pt x="166414" y="143057"/>
                </a:cubicBezTo>
                <a:lnTo>
                  <a:pt x="154736" y="143057"/>
                </a:lnTo>
                <a:cubicBezTo>
                  <a:pt x="149882" y="143057"/>
                  <a:pt x="145977" y="139153"/>
                  <a:pt x="145977" y="134299"/>
                </a:cubicBezTo>
                <a:close/>
                <a:moveTo>
                  <a:pt x="81747" y="64230"/>
                </a:moveTo>
                <a:cubicBezTo>
                  <a:pt x="91415" y="64230"/>
                  <a:pt x="99264" y="72079"/>
                  <a:pt x="99264" y="81747"/>
                </a:cubicBezTo>
                <a:cubicBezTo>
                  <a:pt x="99264" y="91415"/>
                  <a:pt x="91415" y="99264"/>
                  <a:pt x="81747" y="99264"/>
                </a:cubicBezTo>
                <a:cubicBezTo>
                  <a:pt x="72079" y="99264"/>
                  <a:pt x="64230" y="91415"/>
                  <a:pt x="64230" y="81747"/>
                </a:cubicBezTo>
                <a:cubicBezTo>
                  <a:pt x="64230" y="72079"/>
                  <a:pt x="72079" y="64230"/>
                  <a:pt x="81747" y="64230"/>
                </a:cubicBezTo>
                <a:close/>
                <a:moveTo>
                  <a:pt x="134299" y="81747"/>
                </a:moveTo>
                <a:cubicBezTo>
                  <a:pt x="134299" y="72079"/>
                  <a:pt x="142148" y="64230"/>
                  <a:pt x="151816" y="64230"/>
                </a:cubicBezTo>
                <a:cubicBezTo>
                  <a:pt x="161484" y="64230"/>
                  <a:pt x="169333" y="72079"/>
                  <a:pt x="169333" y="81747"/>
                </a:cubicBezTo>
                <a:cubicBezTo>
                  <a:pt x="169333" y="91415"/>
                  <a:pt x="161484" y="99264"/>
                  <a:pt x="151816" y="99264"/>
                </a:cubicBezTo>
                <a:cubicBezTo>
                  <a:pt x="142148" y="99264"/>
                  <a:pt x="134299" y="91415"/>
                  <a:pt x="134299" y="81747"/>
                </a:cubicBezTo>
                <a:close/>
                <a:moveTo>
                  <a:pt x="23356" y="81747"/>
                </a:moveTo>
                <a:cubicBezTo>
                  <a:pt x="23356" y="75288"/>
                  <a:pt x="18138" y="70069"/>
                  <a:pt x="11678" y="70069"/>
                </a:cubicBezTo>
                <a:cubicBezTo>
                  <a:pt x="5219" y="70069"/>
                  <a:pt x="0" y="75288"/>
                  <a:pt x="0" y="81747"/>
                </a:cubicBezTo>
                <a:lnTo>
                  <a:pt x="0" y="116782"/>
                </a:lnTo>
                <a:cubicBezTo>
                  <a:pt x="0" y="123241"/>
                  <a:pt x="5219" y="128460"/>
                  <a:pt x="11678" y="128460"/>
                </a:cubicBezTo>
                <a:cubicBezTo>
                  <a:pt x="18138" y="128460"/>
                  <a:pt x="23356" y="123241"/>
                  <a:pt x="23356" y="116782"/>
                </a:cubicBezTo>
                <a:lnTo>
                  <a:pt x="23356" y="81747"/>
                </a:lnTo>
                <a:close/>
                <a:moveTo>
                  <a:pt x="221885" y="70069"/>
                </a:moveTo>
                <a:cubicBezTo>
                  <a:pt x="215426" y="70069"/>
                  <a:pt x="210207" y="75288"/>
                  <a:pt x="210207" y="81747"/>
                </a:cubicBezTo>
                <a:lnTo>
                  <a:pt x="210207" y="116782"/>
                </a:lnTo>
                <a:cubicBezTo>
                  <a:pt x="210207" y="123241"/>
                  <a:pt x="215426" y="128460"/>
                  <a:pt x="221885" y="128460"/>
                </a:cubicBezTo>
                <a:cubicBezTo>
                  <a:pt x="228345" y="128460"/>
                  <a:pt x="233563" y="123241"/>
                  <a:pt x="233563" y="116782"/>
                </a:cubicBezTo>
                <a:lnTo>
                  <a:pt x="233563" y="81747"/>
                </a:lnTo>
                <a:cubicBezTo>
                  <a:pt x="233563" y="75288"/>
                  <a:pt x="228345" y="70069"/>
                  <a:pt x="221885" y="70069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6225" y="3213830"/>
            <a:ext cx="73806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AI编排器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0552" y="3550161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35292" y="3634244"/>
            <a:ext cx="700544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RPC桥接: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4305" y="3634244"/>
            <a:ext cx="3371923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通过RPC模式连接核心智能体Pi,转发自然语言消息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0552" y="3998602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5292" y="4082685"/>
            <a:ext cx="1007825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工具流式传输: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11586" y="4082685"/>
            <a:ext cx="2301328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AI写的代码实时流式传输经过网关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552" y="4447044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5292" y="4531126"/>
            <a:ext cx="905933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Canvas托管: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9694" y="4531126"/>
            <a:ext cx="3886346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HTTP文件服务器运行在端口18793,托管AI生成的Web界面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7526" y="1233214"/>
            <a:ext cx="5605517" cy="2130097"/>
          </a:xfrm>
          <a:custGeom>
            <a:avLst/>
            <a:gdLst/>
            <a:ahLst/>
            <a:cxnLst/>
            <a:rect l="l" t="t" r="r" b="b"/>
            <a:pathLst>
              <a:path w="5605517" h="2130097">
                <a:moveTo>
                  <a:pt x="37370" y="0"/>
                </a:moveTo>
                <a:lnTo>
                  <a:pt x="5530772" y="0"/>
                </a:lnTo>
                <a:cubicBezTo>
                  <a:pt x="5572053" y="0"/>
                  <a:pt x="5605517" y="33465"/>
                  <a:pt x="5605517" y="74745"/>
                </a:cubicBezTo>
                <a:lnTo>
                  <a:pt x="5605517" y="2055351"/>
                </a:lnTo>
                <a:cubicBezTo>
                  <a:pt x="5605517" y="2096632"/>
                  <a:pt x="5572053" y="2130097"/>
                  <a:pt x="5530772" y="2130097"/>
                </a:cubicBezTo>
                <a:lnTo>
                  <a:pt x="37370" y="2130097"/>
                </a:lnTo>
                <a:cubicBezTo>
                  <a:pt x="16731" y="2130097"/>
                  <a:pt x="0" y="2113365"/>
                  <a:pt x="0" y="2092726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207526" y="1233214"/>
            <a:ext cx="37370" cy="2130097"/>
          </a:xfrm>
          <a:custGeom>
            <a:avLst/>
            <a:gdLst/>
            <a:ahLst/>
            <a:cxnLst/>
            <a:rect l="l" t="t" r="r" b="b"/>
            <a:pathLst>
              <a:path w="37370" h="2130097">
                <a:moveTo>
                  <a:pt x="37370" y="0"/>
                </a:moveTo>
                <a:lnTo>
                  <a:pt x="37370" y="0"/>
                </a:lnTo>
                <a:lnTo>
                  <a:pt x="37370" y="2130097"/>
                </a:lnTo>
                <a:lnTo>
                  <a:pt x="37370" y="2130097"/>
                </a:lnTo>
                <a:cubicBezTo>
                  <a:pt x="16731" y="2130097"/>
                  <a:pt x="0" y="2113365"/>
                  <a:pt x="0" y="2092726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387370" y="1420064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140138" y="52552"/>
                </a:moveTo>
                <a:cubicBezTo>
                  <a:pt x="140138" y="88024"/>
                  <a:pt x="108753" y="116782"/>
                  <a:pt x="70069" y="116782"/>
                </a:cubicBezTo>
                <a:cubicBezTo>
                  <a:pt x="60325" y="116782"/>
                  <a:pt x="51055" y="114957"/>
                  <a:pt x="42625" y="111672"/>
                </a:cubicBezTo>
                <a:lnTo>
                  <a:pt x="12846" y="127438"/>
                </a:lnTo>
                <a:cubicBezTo>
                  <a:pt x="9452" y="129226"/>
                  <a:pt x="5292" y="128606"/>
                  <a:pt x="2555" y="125905"/>
                </a:cubicBezTo>
                <a:cubicBezTo>
                  <a:pt x="-182" y="123205"/>
                  <a:pt x="-803" y="119008"/>
                  <a:pt x="1022" y="115614"/>
                </a:cubicBezTo>
                <a:lnTo>
                  <a:pt x="14014" y="91090"/>
                </a:lnTo>
                <a:cubicBezTo>
                  <a:pt x="5219" y="80360"/>
                  <a:pt x="0" y="67003"/>
                  <a:pt x="0" y="52552"/>
                </a:cubicBezTo>
                <a:cubicBezTo>
                  <a:pt x="0" y="17079"/>
                  <a:pt x="31385" y="-11678"/>
                  <a:pt x="70069" y="-11678"/>
                </a:cubicBezTo>
                <a:cubicBezTo>
                  <a:pt x="108753" y="-11678"/>
                  <a:pt x="140138" y="17079"/>
                  <a:pt x="140138" y="52552"/>
                </a:cubicBezTo>
                <a:close/>
                <a:moveTo>
                  <a:pt x="140138" y="186851"/>
                </a:moveTo>
                <a:cubicBezTo>
                  <a:pt x="105797" y="186851"/>
                  <a:pt x="77222" y="164188"/>
                  <a:pt x="71237" y="134299"/>
                </a:cubicBezTo>
                <a:cubicBezTo>
                  <a:pt x="115030" y="133751"/>
                  <a:pt x="153093" y="102585"/>
                  <a:pt x="157290" y="60325"/>
                </a:cubicBezTo>
                <a:cubicBezTo>
                  <a:pt x="187690" y="67332"/>
                  <a:pt x="210207" y="92549"/>
                  <a:pt x="210207" y="122621"/>
                </a:cubicBezTo>
                <a:cubicBezTo>
                  <a:pt x="210207" y="137072"/>
                  <a:pt x="204988" y="150429"/>
                  <a:pt x="196193" y="161159"/>
                </a:cubicBezTo>
                <a:lnTo>
                  <a:pt x="209185" y="185683"/>
                </a:lnTo>
                <a:cubicBezTo>
                  <a:pt x="210973" y="189077"/>
                  <a:pt x="210353" y="193237"/>
                  <a:pt x="207652" y="195974"/>
                </a:cubicBezTo>
                <a:cubicBezTo>
                  <a:pt x="204952" y="198711"/>
                  <a:pt x="200755" y="199332"/>
                  <a:pt x="197361" y="197507"/>
                </a:cubicBezTo>
                <a:lnTo>
                  <a:pt x="167582" y="181741"/>
                </a:lnTo>
                <a:cubicBezTo>
                  <a:pt x="159151" y="185026"/>
                  <a:pt x="149882" y="186851"/>
                  <a:pt x="140138" y="186851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721366" y="1382694"/>
            <a:ext cx="142940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会话与上下文管理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5692" y="1719025"/>
            <a:ext cx="5287871" cy="597922"/>
          </a:xfrm>
          <a:custGeom>
            <a:avLst/>
            <a:gdLst/>
            <a:ahLst/>
            <a:cxnLst/>
            <a:rect l="l" t="t" r="r" b="b"/>
            <a:pathLst>
              <a:path w="5287871" h="597922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560552"/>
                </a:lnTo>
                <a:cubicBezTo>
                  <a:pt x="5287871" y="581191"/>
                  <a:pt x="5271140" y="597922"/>
                  <a:pt x="5250501" y="597922"/>
                </a:cubicBezTo>
                <a:lnTo>
                  <a:pt x="37370" y="597922"/>
                </a:lnTo>
                <a:cubicBezTo>
                  <a:pt x="16731" y="597922"/>
                  <a:pt x="0" y="581191"/>
                  <a:pt x="0" y="560552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50432" y="1803108"/>
            <a:ext cx="708864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私聊合并: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0432" y="1803108"/>
            <a:ext cx="5171966" cy="429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同一用户的私聊消息合并到共享main会话,WhatsApp和Telegram互通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5692" y="2391687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50432" y="2475770"/>
            <a:ext cx="708864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群组隔离: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27766" y="2475770"/>
            <a:ext cx="2504382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群组聊天的上下文独立隔离,互不干扰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5692" y="2840129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50432" y="2924211"/>
            <a:ext cx="1007825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多智能体路由: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26726" y="2924211"/>
            <a:ext cx="4046337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不同账户或Peers路由到独立Agent工作区,实现复杂任务分发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7526" y="3522316"/>
            <a:ext cx="5605517" cy="1457434"/>
          </a:xfrm>
          <a:custGeom>
            <a:avLst/>
            <a:gdLst/>
            <a:ahLst/>
            <a:cxnLst/>
            <a:rect l="l" t="t" r="r" b="b"/>
            <a:pathLst>
              <a:path w="5605517" h="1457434">
                <a:moveTo>
                  <a:pt x="37370" y="0"/>
                </a:moveTo>
                <a:lnTo>
                  <a:pt x="5530780" y="0"/>
                </a:lnTo>
                <a:cubicBezTo>
                  <a:pt x="5572056" y="0"/>
                  <a:pt x="5605517" y="33461"/>
                  <a:pt x="5605517" y="74737"/>
                </a:cubicBezTo>
                <a:lnTo>
                  <a:pt x="5605517" y="1382697"/>
                </a:lnTo>
                <a:cubicBezTo>
                  <a:pt x="5605517" y="1423973"/>
                  <a:pt x="5572056" y="1457434"/>
                  <a:pt x="5530780" y="1457434"/>
                </a:cubicBezTo>
                <a:lnTo>
                  <a:pt x="37370" y="1457434"/>
                </a:lnTo>
                <a:cubicBezTo>
                  <a:pt x="16731" y="1457434"/>
                  <a:pt x="0" y="1440703"/>
                  <a:pt x="0" y="142006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207526" y="3512791"/>
            <a:ext cx="37370" cy="1457434"/>
          </a:xfrm>
          <a:custGeom>
            <a:avLst/>
            <a:gdLst/>
            <a:ahLst/>
            <a:cxnLst/>
            <a:rect l="l" t="t" r="r" b="b"/>
            <a:pathLst>
              <a:path w="37370" h="1457434">
                <a:moveTo>
                  <a:pt x="37370" y="0"/>
                </a:moveTo>
                <a:lnTo>
                  <a:pt x="37370" y="0"/>
                </a:lnTo>
                <a:lnTo>
                  <a:pt x="37370" y="1457434"/>
                </a:lnTo>
                <a:lnTo>
                  <a:pt x="37370" y="1457434"/>
                </a:lnTo>
                <a:cubicBezTo>
                  <a:pt x="16731" y="1457434"/>
                  <a:pt x="0" y="1440703"/>
                  <a:pt x="0" y="142006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399048" y="3699641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93425" y="0"/>
                </a:moveTo>
                <a:cubicBezTo>
                  <a:pt x="95104" y="0"/>
                  <a:pt x="96783" y="365"/>
                  <a:pt x="98316" y="1058"/>
                </a:cubicBezTo>
                <a:lnTo>
                  <a:pt x="167071" y="30217"/>
                </a:lnTo>
                <a:cubicBezTo>
                  <a:pt x="175099" y="33611"/>
                  <a:pt x="181084" y="41530"/>
                  <a:pt x="181048" y="51092"/>
                </a:cubicBezTo>
                <a:cubicBezTo>
                  <a:pt x="180866" y="87294"/>
                  <a:pt x="165976" y="153531"/>
                  <a:pt x="103096" y="183639"/>
                </a:cubicBezTo>
                <a:cubicBezTo>
                  <a:pt x="97002" y="186559"/>
                  <a:pt x="89922" y="186559"/>
                  <a:pt x="83827" y="183639"/>
                </a:cubicBezTo>
                <a:cubicBezTo>
                  <a:pt x="20911" y="153531"/>
                  <a:pt x="6058" y="87294"/>
                  <a:pt x="5876" y="51092"/>
                </a:cubicBezTo>
                <a:cubicBezTo>
                  <a:pt x="5839" y="41530"/>
                  <a:pt x="11824" y="33611"/>
                  <a:pt x="19853" y="30217"/>
                </a:cubicBezTo>
                <a:lnTo>
                  <a:pt x="88572" y="1058"/>
                </a:lnTo>
                <a:cubicBezTo>
                  <a:pt x="90104" y="365"/>
                  <a:pt x="91747" y="0"/>
                  <a:pt x="93425" y="0"/>
                </a:cubicBezTo>
                <a:close/>
                <a:moveTo>
                  <a:pt x="93425" y="24378"/>
                </a:moveTo>
                <a:lnTo>
                  <a:pt x="93425" y="162363"/>
                </a:lnTo>
                <a:cubicBezTo>
                  <a:pt x="143787" y="137985"/>
                  <a:pt x="157327" y="83973"/>
                  <a:pt x="157655" y="51639"/>
                </a:cubicBezTo>
                <a:lnTo>
                  <a:pt x="93425" y="24415"/>
                </a:lnTo>
                <a:lnTo>
                  <a:pt x="93425" y="24415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721366" y="3662271"/>
            <a:ext cx="1261241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网络与安全守卫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5692" y="3998602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450432" y="4082685"/>
            <a:ext cx="708864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回环优先: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27766" y="4082685"/>
            <a:ext cx="3574831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默认绑定127.0.0.1,仅允许本机访问,防止意外暴露公网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75692" y="4447044"/>
            <a:ext cx="5287871" cy="373701"/>
          </a:xfrm>
          <a:custGeom>
            <a:avLst/>
            <a:gdLst/>
            <a:ahLst/>
            <a:cxnLst/>
            <a:rect l="l" t="t" r="r" b="b"/>
            <a:pathLst>
              <a:path w="5287871" h="373701">
                <a:moveTo>
                  <a:pt x="37370" y="0"/>
                </a:moveTo>
                <a:lnTo>
                  <a:pt x="5250501" y="0"/>
                </a:lnTo>
                <a:cubicBezTo>
                  <a:pt x="5271140" y="0"/>
                  <a:pt x="5287871" y="16731"/>
                  <a:pt x="5287871" y="37370"/>
                </a:cubicBezTo>
                <a:lnTo>
                  <a:pt x="5287871" y="336331"/>
                </a:lnTo>
                <a:cubicBezTo>
                  <a:pt x="5287871" y="356970"/>
                  <a:pt x="5271140" y="373701"/>
                  <a:pt x="5250501" y="373701"/>
                </a:cubicBezTo>
                <a:lnTo>
                  <a:pt x="37370" y="373701"/>
                </a:lnTo>
                <a:cubicBezTo>
                  <a:pt x="16745" y="373701"/>
                  <a:pt x="0" y="356956"/>
                  <a:pt x="0" y="336331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450432" y="4531126"/>
            <a:ext cx="708864" cy="20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远程访问: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27766" y="4531125"/>
            <a:ext cx="4453758" cy="25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支持Tailscale</a:t>
            </a:r>
            <a:r>
              <a:rPr 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7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VPN或SSH隧道,强制Token身份验证</a:t>
            </a:r>
            <a:r>
              <a:rPr lang="zh-CN" alt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altLang="zh-CN" sz="1177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Oauth</a:t>
            </a:r>
            <a:r>
              <a:rPr lang="zh-CN" altLang="en-US" sz="11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78372" y="5124377"/>
            <a:ext cx="11435255" cy="1354667"/>
          </a:xfrm>
          <a:custGeom>
            <a:avLst/>
            <a:gdLst/>
            <a:ahLst/>
            <a:cxnLst/>
            <a:rect l="l" t="t" r="r" b="b"/>
            <a:pathLst>
              <a:path w="11435255" h="1354667">
                <a:moveTo>
                  <a:pt x="74737" y="0"/>
                </a:moveTo>
                <a:lnTo>
                  <a:pt x="11360518" y="0"/>
                </a:lnTo>
                <a:cubicBezTo>
                  <a:pt x="11401794" y="0"/>
                  <a:pt x="11435255" y="33461"/>
                  <a:pt x="11435255" y="74737"/>
                </a:cubicBezTo>
                <a:lnTo>
                  <a:pt x="11435255" y="1279930"/>
                </a:lnTo>
                <a:cubicBezTo>
                  <a:pt x="11435255" y="1321206"/>
                  <a:pt x="11401794" y="1354667"/>
                  <a:pt x="11360518" y="1354667"/>
                </a:cubicBezTo>
                <a:lnTo>
                  <a:pt x="74737" y="1354667"/>
                </a:lnTo>
                <a:cubicBezTo>
                  <a:pt x="33489" y="1354667"/>
                  <a:pt x="0" y="1321178"/>
                  <a:pt x="0" y="1279930"/>
                </a:cubicBezTo>
                <a:lnTo>
                  <a:pt x="0" y="74737"/>
                </a:lnTo>
                <a:cubicBezTo>
                  <a:pt x="0" y="33489"/>
                  <a:pt x="33489" y="0"/>
                  <a:pt x="74737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44202" y="5315899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81784" y="35436"/>
                </a:moveTo>
                <a:lnTo>
                  <a:pt x="81784" y="53537"/>
                </a:lnTo>
                <a:lnTo>
                  <a:pt x="81966" y="53720"/>
                </a:lnTo>
                <a:cubicBezTo>
                  <a:pt x="84338" y="23648"/>
                  <a:pt x="109483" y="0"/>
                  <a:pt x="140174" y="0"/>
                </a:cubicBezTo>
                <a:cubicBezTo>
                  <a:pt x="147510" y="0"/>
                  <a:pt x="154553" y="1350"/>
                  <a:pt x="161013" y="3832"/>
                </a:cubicBezTo>
                <a:cubicBezTo>
                  <a:pt x="164662" y="5219"/>
                  <a:pt x="165319" y="9853"/>
                  <a:pt x="162582" y="12627"/>
                </a:cubicBezTo>
                <a:lnTo>
                  <a:pt x="130211" y="44997"/>
                </a:lnTo>
                <a:cubicBezTo>
                  <a:pt x="129117" y="46092"/>
                  <a:pt x="128496" y="47589"/>
                  <a:pt x="128496" y="49121"/>
                </a:cubicBezTo>
                <a:lnTo>
                  <a:pt x="128496" y="64230"/>
                </a:lnTo>
                <a:cubicBezTo>
                  <a:pt x="128496" y="67441"/>
                  <a:pt x="131124" y="70069"/>
                  <a:pt x="134335" y="70069"/>
                </a:cubicBezTo>
                <a:lnTo>
                  <a:pt x="149444" y="70069"/>
                </a:lnTo>
                <a:cubicBezTo>
                  <a:pt x="150977" y="70069"/>
                  <a:pt x="152473" y="69449"/>
                  <a:pt x="153568" y="68354"/>
                </a:cubicBezTo>
                <a:lnTo>
                  <a:pt x="185938" y="35983"/>
                </a:lnTo>
                <a:cubicBezTo>
                  <a:pt x="188712" y="33210"/>
                  <a:pt x="193347" y="33903"/>
                  <a:pt x="194733" y="37553"/>
                </a:cubicBezTo>
                <a:cubicBezTo>
                  <a:pt x="197215" y="44012"/>
                  <a:pt x="198565" y="51055"/>
                  <a:pt x="198565" y="58391"/>
                </a:cubicBezTo>
                <a:cubicBezTo>
                  <a:pt x="198565" y="80506"/>
                  <a:pt x="186267" y="99775"/>
                  <a:pt x="168093" y="109665"/>
                </a:cubicBezTo>
                <a:lnTo>
                  <a:pt x="197835" y="139408"/>
                </a:lnTo>
                <a:cubicBezTo>
                  <a:pt x="204660" y="146232"/>
                  <a:pt x="204660" y="157327"/>
                  <a:pt x="197835" y="164188"/>
                </a:cubicBezTo>
                <a:lnTo>
                  <a:pt x="175902" y="186121"/>
                </a:lnTo>
                <a:cubicBezTo>
                  <a:pt x="169078" y="192945"/>
                  <a:pt x="157984" y="192945"/>
                  <a:pt x="151123" y="186121"/>
                </a:cubicBezTo>
                <a:lnTo>
                  <a:pt x="105140" y="140138"/>
                </a:lnTo>
                <a:cubicBezTo>
                  <a:pt x="95141" y="130139"/>
                  <a:pt x="92878" y="115358"/>
                  <a:pt x="98389" y="103169"/>
                </a:cubicBezTo>
                <a:lnTo>
                  <a:pt x="65288" y="70069"/>
                </a:lnTo>
                <a:lnTo>
                  <a:pt x="47187" y="70069"/>
                </a:lnTo>
                <a:cubicBezTo>
                  <a:pt x="43282" y="70069"/>
                  <a:pt x="39633" y="68135"/>
                  <a:pt x="37480" y="64887"/>
                </a:cubicBezTo>
                <a:lnTo>
                  <a:pt x="8540" y="21495"/>
                </a:lnTo>
                <a:cubicBezTo>
                  <a:pt x="7007" y="19196"/>
                  <a:pt x="7299" y="16094"/>
                  <a:pt x="9270" y="14123"/>
                </a:cubicBezTo>
                <a:lnTo>
                  <a:pt x="25838" y="-2445"/>
                </a:lnTo>
                <a:cubicBezTo>
                  <a:pt x="27809" y="-4416"/>
                  <a:pt x="30874" y="-4708"/>
                  <a:pt x="33210" y="-3175"/>
                </a:cubicBezTo>
                <a:lnTo>
                  <a:pt x="76601" y="25728"/>
                </a:lnTo>
                <a:cubicBezTo>
                  <a:pt x="79849" y="27882"/>
                  <a:pt x="81784" y="31531"/>
                  <a:pt x="81784" y="35436"/>
                </a:cubicBezTo>
                <a:close/>
                <a:moveTo>
                  <a:pt x="78682" y="108242"/>
                </a:moveTo>
                <a:cubicBezTo>
                  <a:pt x="76382" y="121745"/>
                  <a:pt x="79557" y="136014"/>
                  <a:pt x="88316" y="147437"/>
                </a:cubicBezTo>
                <a:lnTo>
                  <a:pt x="53647" y="182070"/>
                </a:lnTo>
                <a:cubicBezTo>
                  <a:pt x="43392" y="192325"/>
                  <a:pt x="26750" y="192325"/>
                  <a:pt x="16495" y="182070"/>
                </a:cubicBezTo>
                <a:cubicBezTo>
                  <a:pt x="6241" y="171815"/>
                  <a:pt x="6241" y="155174"/>
                  <a:pt x="16495" y="144919"/>
                </a:cubicBezTo>
                <a:lnTo>
                  <a:pt x="65909" y="95505"/>
                </a:lnTo>
                <a:lnTo>
                  <a:pt x="78682" y="108278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78198" y="5278529"/>
            <a:ext cx="109307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内置工具分类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2524" y="5652230"/>
            <a:ext cx="2671963" cy="672662"/>
          </a:xfrm>
          <a:custGeom>
            <a:avLst/>
            <a:gdLst/>
            <a:ahLst/>
            <a:cxnLst/>
            <a:rect l="l" t="t" r="r" b="b"/>
            <a:pathLst>
              <a:path w="2671963" h="672662">
                <a:moveTo>
                  <a:pt x="37373" y="0"/>
                </a:moveTo>
                <a:lnTo>
                  <a:pt x="2634590" y="0"/>
                </a:lnTo>
                <a:cubicBezTo>
                  <a:pt x="2655231" y="0"/>
                  <a:pt x="2671963" y="16733"/>
                  <a:pt x="2671963" y="37373"/>
                </a:cubicBezTo>
                <a:lnTo>
                  <a:pt x="2671963" y="635289"/>
                </a:lnTo>
                <a:cubicBezTo>
                  <a:pt x="2671963" y="655930"/>
                  <a:pt x="2655231" y="672662"/>
                  <a:pt x="2634590" y="672662"/>
                </a:cubicBezTo>
                <a:lnTo>
                  <a:pt x="37373" y="672662"/>
                </a:lnTo>
                <a:cubicBezTo>
                  <a:pt x="16733" y="672662"/>
                  <a:pt x="0" y="655930"/>
                  <a:pt x="0" y="635289"/>
                </a:cubicBezTo>
                <a:lnTo>
                  <a:pt x="0" y="37373"/>
                </a:lnTo>
                <a:cubicBezTo>
                  <a:pt x="0" y="16733"/>
                  <a:pt x="16733" y="0"/>
                  <a:pt x="3737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07264" y="5764340"/>
            <a:ext cx="252248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系统执行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11936" y="6025931"/>
            <a:ext cx="251314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编程工具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351340" y="5652230"/>
            <a:ext cx="2671963" cy="672662"/>
          </a:xfrm>
          <a:custGeom>
            <a:avLst/>
            <a:gdLst/>
            <a:ahLst/>
            <a:cxnLst/>
            <a:rect l="l" t="t" r="r" b="b"/>
            <a:pathLst>
              <a:path w="2671963" h="672662">
                <a:moveTo>
                  <a:pt x="37373" y="0"/>
                </a:moveTo>
                <a:lnTo>
                  <a:pt x="2634590" y="0"/>
                </a:lnTo>
                <a:cubicBezTo>
                  <a:pt x="2655231" y="0"/>
                  <a:pt x="2671963" y="16733"/>
                  <a:pt x="2671963" y="37373"/>
                </a:cubicBezTo>
                <a:lnTo>
                  <a:pt x="2671963" y="635289"/>
                </a:lnTo>
                <a:cubicBezTo>
                  <a:pt x="2671963" y="655930"/>
                  <a:pt x="2655231" y="672662"/>
                  <a:pt x="2634590" y="672662"/>
                </a:cubicBezTo>
                <a:lnTo>
                  <a:pt x="37373" y="672662"/>
                </a:lnTo>
                <a:cubicBezTo>
                  <a:pt x="16733" y="672662"/>
                  <a:pt x="0" y="655930"/>
                  <a:pt x="0" y="635289"/>
                </a:cubicBezTo>
                <a:lnTo>
                  <a:pt x="0" y="37373"/>
                </a:lnTo>
                <a:cubicBezTo>
                  <a:pt x="0" y="16733"/>
                  <a:pt x="16733" y="0"/>
                  <a:pt x="3737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3426080" y="5764340"/>
            <a:ext cx="252248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浏览器网络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430752" y="6025931"/>
            <a:ext cx="251314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感知工具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70156" y="5652230"/>
            <a:ext cx="2671963" cy="672662"/>
          </a:xfrm>
          <a:custGeom>
            <a:avLst/>
            <a:gdLst/>
            <a:ahLst/>
            <a:cxnLst/>
            <a:rect l="l" t="t" r="r" b="b"/>
            <a:pathLst>
              <a:path w="2671963" h="672662">
                <a:moveTo>
                  <a:pt x="37373" y="0"/>
                </a:moveTo>
                <a:lnTo>
                  <a:pt x="2634590" y="0"/>
                </a:lnTo>
                <a:cubicBezTo>
                  <a:pt x="2655231" y="0"/>
                  <a:pt x="2671963" y="16733"/>
                  <a:pt x="2671963" y="37373"/>
                </a:cubicBezTo>
                <a:lnTo>
                  <a:pt x="2671963" y="635289"/>
                </a:lnTo>
                <a:cubicBezTo>
                  <a:pt x="2671963" y="655930"/>
                  <a:pt x="2655231" y="672662"/>
                  <a:pt x="2634590" y="672662"/>
                </a:cubicBezTo>
                <a:lnTo>
                  <a:pt x="37373" y="672662"/>
                </a:lnTo>
                <a:cubicBezTo>
                  <a:pt x="16733" y="672662"/>
                  <a:pt x="0" y="655930"/>
                  <a:pt x="0" y="635289"/>
                </a:cubicBezTo>
                <a:lnTo>
                  <a:pt x="0" y="37373"/>
                </a:lnTo>
                <a:cubicBezTo>
                  <a:pt x="0" y="16733"/>
                  <a:pt x="16733" y="0"/>
                  <a:pt x="3737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244897" y="5764340"/>
            <a:ext cx="252248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硬件感知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49568" y="6025931"/>
            <a:ext cx="251314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传感器工具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988972" y="5652230"/>
            <a:ext cx="2671963" cy="672662"/>
          </a:xfrm>
          <a:custGeom>
            <a:avLst/>
            <a:gdLst/>
            <a:ahLst/>
            <a:cxnLst/>
            <a:rect l="l" t="t" r="r" b="b"/>
            <a:pathLst>
              <a:path w="2671963" h="672662">
                <a:moveTo>
                  <a:pt x="37373" y="0"/>
                </a:moveTo>
                <a:lnTo>
                  <a:pt x="2634590" y="0"/>
                </a:lnTo>
                <a:cubicBezTo>
                  <a:pt x="2655231" y="0"/>
                  <a:pt x="2671963" y="16733"/>
                  <a:pt x="2671963" y="37373"/>
                </a:cubicBezTo>
                <a:lnTo>
                  <a:pt x="2671963" y="635289"/>
                </a:lnTo>
                <a:cubicBezTo>
                  <a:pt x="2671963" y="655930"/>
                  <a:pt x="2655231" y="672662"/>
                  <a:pt x="2634590" y="672662"/>
                </a:cubicBezTo>
                <a:lnTo>
                  <a:pt x="37373" y="672662"/>
                </a:lnTo>
                <a:cubicBezTo>
                  <a:pt x="16733" y="672662"/>
                  <a:pt x="0" y="655930"/>
                  <a:pt x="0" y="635289"/>
                </a:cubicBezTo>
                <a:lnTo>
                  <a:pt x="0" y="37373"/>
                </a:lnTo>
                <a:cubicBezTo>
                  <a:pt x="0" y="16733"/>
                  <a:pt x="16733" y="0"/>
                  <a:pt x="3737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9063713" y="5764340"/>
            <a:ext cx="252248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自动化调度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068384" y="6025931"/>
            <a:ext cx="251314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时钟工具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382" y="345382"/>
            <a:ext cx="51807" cy="345382"/>
          </a:xfrm>
          <a:custGeom>
            <a:avLst/>
            <a:gdLst/>
            <a:ahLst/>
            <a:cxnLst/>
            <a:rect l="l" t="t" r="r" b="b"/>
            <a:pathLst>
              <a:path w="51807" h="345382">
                <a:moveTo>
                  <a:pt x="0" y="0"/>
                </a:moveTo>
                <a:lnTo>
                  <a:pt x="51807" y="0"/>
                </a:lnTo>
                <a:lnTo>
                  <a:pt x="51807" y="345382"/>
                </a:lnTo>
                <a:lnTo>
                  <a:pt x="0" y="345382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0805" y="345382"/>
            <a:ext cx="7693394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8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OpenClaw记忆系统: 本地Markdown + SQLite向量库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8074" y="759841"/>
            <a:ext cx="11406255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混合架构实现高效语义检索与长期记忆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700" y="1144079"/>
            <a:ext cx="6838572" cy="2219082"/>
          </a:xfrm>
          <a:custGeom>
            <a:avLst/>
            <a:gdLst/>
            <a:ahLst/>
            <a:cxnLst/>
            <a:rect l="l" t="t" r="r" b="b"/>
            <a:pathLst>
              <a:path w="6838572" h="2219082">
                <a:moveTo>
                  <a:pt x="69080" y="0"/>
                </a:moveTo>
                <a:lnTo>
                  <a:pt x="6769492" y="0"/>
                </a:lnTo>
                <a:cubicBezTo>
                  <a:pt x="6807644" y="0"/>
                  <a:pt x="6838572" y="30928"/>
                  <a:pt x="6838572" y="69080"/>
                </a:cubicBezTo>
                <a:lnTo>
                  <a:pt x="6838572" y="2150002"/>
                </a:lnTo>
                <a:cubicBezTo>
                  <a:pt x="6838572" y="2188154"/>
                  <a:pt x="6807644" y="2219082"/>
                  <a:pt x="6769492" y="2219082"/>
                </a:cubicBezTo>
                <a:lnTo>
                  <a:pt x="69080" y="2219082"/>
                </a:lnTo>
                <a:cubicBezTo>
                  <a:pt x="30928" y="2219082"/>
                  <a:pt x="0" y="2188154"/>
                  <a:pt x="0" y="2150002"/>
                </a:cubicBezTo>
                <a:lnTo>
                  <a:pt x="0" y="69080"/>
                </a:lnTo>
                <a:cubicBezTo>
                  <a:pt x="0" y="30954"/>
                  <a:pt x="30954" y="0"/>
                  <a:pt x="6908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13756" y="1321088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78419" y="1754"/>
                </a:moveTo>
                <a:cubicBezTo>
                  <a:pt x="83445" y="-573"/>
                  <a:pt x="89246" y="-573"/>
                  <a:pt x="94272" y="1754"/>
                </a:cubicBezTo>
                <a:lnTo>
                  <a:pt x="168003" y="35820"/>
                </a:lnTo>
                <a:cubicBezTo>
                  <a:pt x="170870" y="37135"/>
                  <a:pt x="172691" y="40002"/>
                  <a:pt x="172691" y="43173"/>
                </a:cubicBezTo>
                <a:cubicBezTo>
                  <a:pt x="172691" y="46343"/>
                  <a:pt x="170870" y="49210"/>
                  <a:pt x="168003" y="50526"/>
                </a:cubicBezTo>
                <a:lnTo>
                  <a:pt x="94272" y="84592"/>
                </a:lnTo>
                <a:cubicBezTo>
                  <a:pt x="89246" y="86919"/>
                  <a:pt x="83445" y="86919"/>
                  <a:pt x="78419" y="84592"/>
                </a:cubicBezTo>
                <a:lnTo>
                  <a:pt x="4688" y="50526"/>
                </a:lnTo>
                <a:cubicBezTo>
                  <a:pt x="1821" y="49177"/>
                  <a:pt x="0" y="46310"/>
                  <a:pt x="0" y="43173"/>
                </a:cubicBezTo>
                <a:cubicBezTo>
                  <a:pt x="0" y="40036"/>
                  <a:pt x="1821" y="37135"/>
                  <a:pt x="4688" y="35820"/>
                </a:cubicBezTo>
                <a:lnTo>
                  <a:pt x="78419" y="1754"/>
                </a:lnTo>
                <a:close/>
                <a:moveTo>
                  <a:pt x="16224" y="73664"/>
                </a:moveTo>
                <a:lnTo>
                  <a:pt x="71640" y="99264"/>
                </a:lnTo>
                <a:cubicBezTo>
                  <a:pt x="80983" y="103581"/>
                  <a:pt x="91742" y="103581"/>
                  <a:pt x="101085" y="99264"/>
                </a:cubicBezTo>
                <a:lnTo>
                  <a:pt x="156501" y="73664"/>
                </a:lnTo>
                <a:lnTo>
                  <a:pt x="168003" y="78993"/>
                </a:lnTo>
                <a:cubicBezTo>
                  <a:pt x="170870" y="80308"/>
                  <a:pt x="172691" y="83175"/>
                  <a:pt x="172691" y="86346"/>
                </a:cubicBezTo>
                <a:cubicBezTo>
                  <a:pt x="172691" y="89516"/>
                  <a:pt x="170870" y="92383"/>
                  <a:pt x="168003" y="93698"/>
                </a:cubicBezTo>
                <a:lnTo>
                  <a:pt x="94272" y="127765"/>
                </a:lnTo>
                <a:cubicBezTo>
                  <a:pt x="89246" y="130092"/>
                  <a:pt x="83445" y="130092"/>
                  <a:pt x="78419" y="127765"/>
                </a:cubicBezTo>
                <a:lnTo>
                  <a:pt x="4688" y="93698"/>
                </a:lnTo>
                <a:cubicBezTo>
                  <a:pt x="1821" y="92349"/>
                  <a:pt x="0" y="89482"/>
                  <a:pt x="0" y="86346"/>
                </a:cubicBezTo>
                <a:cubicBezTo>
                  <a:pt x="0" y="83209"/>
                  <a:pt x="1821" y="80308"/>
                  <a:pt x="4688" y="78993"/>
                </a:cubicBezTo>
                <a:lnTo>
                  <a:pt x="16190" y="73664"/>
                </a:lnTo>
                <a:close/>
                <a:moveTo>
                  <a:pt x="4688" y="122166"/>
                </a:moveTo>
                <a:lnTo>
                  <a:pt x="16190" y="116836"/>
                </a:lnTo>
                <a:lnTo>
                  <a:pt x="71606" y="142437"/>
                </a:lnTo>
                <a:cubicBezTo>
                  <a:pt x="80949" y="146754"/>
                  <a:pt x="91708" y="146754"/>
                  <a:pt x="101051" y="142437"/>
                </a:cubicBezTo>
                <a:lnTo>
                  <a:pt x="156468" y="116836"/>
                </a:lnTo>
                <a:lnTo>
                  <a:pt x="167969" y="122166"/>
                </a:lnTo>
                <a:cubicBezTo>
                  <a:pt x="170836" y="123481"/>
                  <a:pt x="172657" y="126348"/>
                  <a:pt x="172657" y="129518"/>
                </a:cubicBezTo>
                <a:cubicBezTo>
                  <a:pt x="172657" y="132689"/>
                  <a:pt x="170836" y="135556"/>
                  <a:pt x="167969" y="136871"/>
                </a:cubicBezTo>
                <a:lnTo>
                  <a:pt x="94238" y="170937"/>
                </a:lnTo>
                <a:cubicBezTo>
                  <a:pt x="89213" y="173265"/>
                  <a:pt x="83411" y="173265"/>
                  <a:pt x="78386" y="170937"/>
                </a:cubicBezTo>
                <a:lnTo>
                  <a:pt x="4688" y="136871"/>
                </a:lnTo>
                <a:cubicBezTo>
                  <a:pt x="1821" y="135522"/>
                  <a:pt x="0" y="132655"/>
                  <a:pt x="0" y="129518"/>
                </a:cubicBezTo>
                <a:cubicBezTo>
                  <a:pt x="0" y="126382"/>
                  <a:pt x="1821" y="123481"/>
                  <a:pt x="4688" y="122166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11649" y="1286550"/>
            <a:ext cx="101024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双层存储架构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9439" y="1631932"/>
            <a:ext cx="6536363" cy="725303"/>
          </a:xfrm>
          <a:custGeom>
            <a:avLst/>
            <a:gdLst/>
            <a:ahLst/>
            <a:cxnLst/>
            <a:rect l="l" t="t" r="r" b="b"/>
            <a:pathLst>
              <a:path w="6536363" h="725303">
                <a:moveTo>
                  <a:pt x="34538" y="0"/>
                </a:moveTo>
                <a:lnTo>
                  <a:pt x="6501824" y="0"/>
                </a:lnTo>
                <a:cubicBezTo>
                  <a:pt x="6520899" y="0"/>
                  <a:pt x="6536363" y="15464"/>
                  <a:pt x="6536363" y="34539"/>
                </a:cubicBezTo>
                <a:lnTo>
                  <a:pt x="6536363" y="690764"/>
                </a:lnTo>
                <a:cubicBezTo>
                  <a:pt x="6536363" y="709840"/>
                  <a:pt x="6520899" y="725303"/>
                  <a:pt x="6501824" y="725303"/>
                </a:cubicBezTo>
                <a:lnTo>
                  <a:pt x="34538" y="725303"/>
                </a:lnTo>
                <a:cubicBezTo>
                  <a:pt x="15463" y="725303"/>
                  <a:pt x="0" y="709840"/>
                  <a:pt x="0" y="69076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09439" y="1631932"/>
            <a:ext cx="34538" cy="725303"/>
          </a:xfrm>
          <a:custGeom>
            <a:avLst/>
            <a:gdLst/>
            <a:ahLst/>
            <a:cxnLst/>
            <a:rect l="l" t="t" r="r" b="b"/>
            <a:pathLst>
              <a:path w="34538" h="725303">
                <a:moveTo>
                  <a:pt x="34538" y="0"/>
                </a:moveTo>
                <a:lnTo>
                  <a:pt x="34538" y="0"/>
                </a:lnTo>
                <a:lnTo>
                  <a:pt x="34538" y="725303"/>
                </a:lnTo>
                <a:lnTo>
                  <a:pt x="34538" y="725303"/>
                </a:lnTo>
                <a:cubicBezTo>
                  <a:pt x="15463" y="725303"/>
                  <a:pt x="0" y="709840"/>
                  <a:pt x="0" y="69076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4861" y="1770085"/>
            <a:ext cx="134699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1 - 每日流水账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2795" y="1787354"/>
            <a:ext cx="2055025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~/clawd/memory/YYYY-MM-DD.md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861" y="2011853"/>
            <a:ext cx="631186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仅追加的每日笔记,记录临时想法、任务进度和观察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439" y="2495388"/>
            <a:ext cx="6536363" cy="725303"/>
          </a:xfrm>
          <a:custGeom>
            <a:avLst/>
            <a:gdLst/>
            <a:ahLst/>
            <a:cxnLst/>
            <a:rect l="l" t="t" r="r" b="b"/>
            <a:pathLst>
              <a:path w="6536363" h="725303">
                <a:moveTo>
                  <a:pt x="34538" y="0"/>
                </a:moveTo>
                <a:lnTo>
                  <a:pt x="6501824" y="0"/>
                </a:lnTo>
                <a:cubicBezTo>
                  <a:pt x="6520899" y="0"/>
                  <a:pt x="6536363" y="15464"/>
                  <a:pt x="6536363" y="34539"/>
                </a:cubicBezTo>
                <a:lnTo>
                  <a:pt x="6536363" y="690764"/>
                </a:lnTo>
                <a:cubicBezTo>
                  <a:pt x="6536363" y="709840"/>
                  <a:pt x="6520899" y="725303"/>
                  <a:pt x="6501824" y="725303"/>
                </a:cubicBezTo>
                <a:lnTo>
                  <a:pt x="34538" y="725303"/>
                </a:lnTo>
                <a:cubicBezTo>
                  <a:pt x="15463" y="725303"/>
                  <a:pt x="0" y="709840"/>
                  <a:pt x="0" y="69076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09439" y="2495388"/>
            <a:ext cx="34538" cy="725303"/>
          </a:xfrm>
          <a:custGeom>
            <a:avLst/>
            <a:gdLst/>
            <a:ahLst/>
            <a:cxnLst/>
            <a:rect l="l" t="t" r="r" b="b"/>
            <a:pathLst>
              <a:path w="34538" h="725303">
                <a:moveTo>
                  <a:pt x="34538" y="0"/>
                </a:moveTo>
                <a:lnTo>
                  <a:pt x="34538" y="0"/>
                </a:lnTo>
                <a:lnTo>
                  <a:pt x="34538" y="725303"/>
                </a:lnTo>
                <a:lnTo>
                  <a:pt x="34538" y="725303"/>
                </a:lnTo>
                <a:cubicBezTo>
                  <a:pt x="15463" y="725303"/>
                  <a:pt x="0" y="709840"/>
                  <a:pt x="0" y="69076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64861" y="2633541"/>
            <a:ext cx="1372895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2 - 长期知识库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85589" y="2650810"/>
            <a:ext cx="1277915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~/clawd/MEMORY.md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861" y="2875309"/>
            <a:ext cx="631186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经过策划的持久知识,包含用户偏好、重要决策、项目核心事实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9700" y="3509949"/>
            <a:ext cx="6838572" cy="1252011"/>
          </a:xfrm>
          <a:custGeom>
            <a:avLst/>
            <a:gdLst/>
            <a:ahLst/>
            <a:cxnLst/>
            <a:rect l="l" t="t" r="r" b="b"/>
            <a:pathLst>
              <a:path w="6838572" h="1252011">
                <a:moveTo>
                  <a:pt x="69073" y="0"/>
                </a:moveTo>
                <a:lnTo>
                  <a:pt x="6769499" y="0"/>
                </a:lnTo>
                <a:cubicBezTo>
                  <a:pt x="6807647" y="0"/>
                  <a:pt x="6838572" y="30925"/>
                  <a:pt x="6838572" y="69073"/>
                </a:cubicBezTo>
                <a:lnTo>
                  <a:pt x="6838572" y="1182938"/>
                </a:lnTo>
                <a:cubicBezTo>
                  <a:pt x="6838572" y="1221086"/>
                  <a:pt x="6807647" y="1252011"/>
                  <a:pt x="6769499" y="1252011"/>
                </a:cubicBezTo>
                <a:lnTo>
                  <a:pt x="69073" y="1252011"/>
                </a:lnTo>
                <a:cubicBezTo>
                  <a:pt x="30925" y="1252011"/>
                  <a:pt x="0" y="1221086"/>
                  <a:pt x="0" y="1182938"/>
                </a:cubicBezTo>
                <a:lnTo>
                  <a:pt x="0" y="69073"/>
                </a:lnTo>
                <a:cubicBezTo>
                  <a:pt x="0" y="30951"/>
                  <a:pt x="30951" y="0"/>
                  <a:pt x="69073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13756" y="3686958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140312" y="70156"/>
                </a:moveTo>
                <a:cubicBezTo>
                  <a:pt x="140312" y="85637"/>
                  <a:pt x="135286" y="99938"/>
                  <a:pt x="126820" y="111541"/>
                </a:cubicBezTo>
                <a:lnTo>
                  <a:pt x="169521" y="154275"/>
                </a:lnTo>
                <a:cubicBezTo>
                  <a:pt x="173737" y="158491"/>
                  <a:pt x="173737" y="165338"/>
                  <a:pt x="169521" y="169554"/>
                </a:cubicBezTo>
                <a:cubicBezTo>
                  <a:pt x="165305" y="173771"/>
                  <a:pt x="158458" y="173771"/>
                  <a:pt x="154242" y="169554"/>
                </a:cubicBezTo>
                <a:lnTo>
                  <a:pt x="111541" y="126820"/>
                </a:lnTo>
                <a:cubicBezTo>
                  <a:pt x="99938" y="135286"/>
                  <a:pt x="85637" y="140312"/>
                  <a:pt x="70156" y="140312"/>
                </a:cubicBezTo>
                <a:cubicBezTo>
                  <a:pt x="31401" y="140312"/>
                  <a:pt x="0" y="108910"/>
                  <a:pt x="0" y="70156"/>
                </a:cubicBezTo>
                <a:cubicBezTo>
                  <a:pt x="0" y="31401"/>
                  <a:pt x="31401" y="0"/>
                  <a:pt x="70156" y="0"/>
                </a:cubicBezTo>
                <a:cubicBezTo>
                  <a:pt x="108910" y="0"/>
                  <a:pt x="140312" y="31401"/>
                  <a:pt x="140312" y="70156"/>
                </a:cubicBezTo>
                <a:close/>
                <a:moveTo>
                  <a:pt x="70156" y="118725"/>
                </a:moveTo>
                <a:cubicBezTo>
                  <a:pt x="96962" y="118725"/>
                  <a:pt x="118725" y="96962"/>
                  <a:pt x="118725" y="70156"/>
                </a:cubicBezTo>
                <a:cubicBezTo>
                  <a:pt x="118725" y="43350"/>
                  <a:pt x="96962" y="21586"/>
                  <a:pt x="70156" y="21586"/>
                </a:cubicBezTo>
                <a:cubicBezTo>
                  <a:pt x="43350" y="21586"/>
                  <a:pt x="21586" y="43350"/>
                  <a:pt x="21586" y="70156"/>
                </a:cubicBezTo>
                <a:cubicBezTo>
                  <a:pt x="21586" y="96962"/>
                  <a:pt x="43350" y="118725"/>
                  <a:pt x="70156" y="118725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1649" y="3652419"/>
            <a:ext cx="101024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主动检索工具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170" y="3997802"/>
            <a:ext cx="3220691" cy="621688"/>
          </a:xfrm>
          <a:custGeom>
            <a:avLst/>
            <a:gdLst/>
            <a:ahLst/>
            <a:cxnLst/>
            <a:rect l="l" t="t" r="r" b="b"/>
            <a:pathLst>
              <a:path w="3220691" h="621688">
                <a:moveTo>
                  <a:pt x="34541" y="0"/>
                </a:moveTo>
                <a:lnTo>
                  <a:pt x="3186150" y="0"/>
                </a:lnTo>
                <a:cubicBezTo>
                  <a:pt x="3205227" y="0"/>
                  <a:pt x="3220691" y="15465"/>
                  <a:pt x="3220691" y="34541"/>
                </a:cubicBezTo>
                <a:lnTo>
                  <a:pt x="3220691" y="587147"/>
                </a:lnTo>
                <a:cubicBezTo>
                  <a:pt x="3220691" y="606224"/>
                  <a:pt x="3205227" y="621688"/>
                  <a:pt x="3186150" y="621688"/>
                </a:cubicBezTo>
                <a:lnTo>
                  <a:pt x="34541" y="621688"/>
                </a:lnTo>
                <a:cubicBezTo>
                  <a:pt x="15465" y="621688"/>
                  <a:pt x="0" y="606224"/>
                  <a:pt x="0" y="587147"/>
                </a:cubicBezTo>
                <a:lnTo>
                  <a:pt x="0" y="34541"/>
                </a:lnTo>
                <a:cubicBezTo>
                  <a:pt x="0" y="15477"/>
                  <a:pt x="15477" y="0"/>
                  <a:pt x="3454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95785" y="4101416"/>
            <a:ext cx="308253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memory_search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5785" y="4343184"/>
            <a:ext cx="307390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语义搜索,返回相关片段,Agent回答前必须调用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8635" y="3997802"/>
            <a:ext cx="3220691" cy="621688"/>
          </a:xfrm>
          <a:custGeom>
            <a:avLst/>
            <a:gdLst/>
            <a:ahLst/>
            <a:cxnLst/>
            <a:rect l="l" t="t" r="r" b="b"/>
            <a:pathLst>
              <a:path w="3220691" h="621688">
                <a:moveTo>
                  <a:pt x="34541" y="0"/>
                </a:moveTo>
                <a:lnTo>
                  <a:pt x="3186150" y="0"/>
                </a:lnTo>
                <a:cubicBezTo>
                  <a:pt x="3205227" y="0"/>
                  <a:pt x="3220691" y="15465"/>
                  <a:pt x="3220691" y="34541"/>
                </a:cubicBezTo>
                <a:lnTo>
                  <a:pt x="3220691" y="587147"/>
                </a:lnTo>
                <a:cubicBezTo>
                  <a:pt x="3220691" y="606224"/>
                  <a:pt x="3205227" y="621688"/>
                  <a:pt x="3186150" y="621688"/>
                </a:cubicBezTo>
                <a:lnTo>
                  <a:pt x="34541" y="621688"/>
                </a:lnTo>
                <a:cubicBezTo>
                  <a:pt x="15465" y="621688"/>
                  <a:pt x="0" y="606224"/>
                  <a:pt x="0" y="587147"/>
                </a:cubicBezTo>
                <a:lnTo>
                  <a:pt x="0" y="34541"/>
                </a:lnTo>
                <a:cubicBezTo>
                  <a:pt x="0" y="15477"/>
                  <a:pt x="15477" y="0"/>
                  <a:pt x="3454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922249" y="4101416"/>
            <a:ext cx="308253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memory_get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22249" y="4343184"/>
            <a:ext cx="307390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读取文件具体行内容,搜索到路径后使用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0877" y="1144079"/>
            <a:ext cx="4507241" cy="3617881"/>
          </a:xfrm>
          <a:custGeom>
            <a:avLst/>
            <a:gdLst/>
            <a:ahLst/>
            <a:cxnLst/>
            <a:rect l="l" t="t" r="r" b="b"/>
            <a:pathLst>
              <a:path w="4507241" h="3617881">
                <a:moveTo>
                  <a:pt x="69065" y="0"/>
                </a:moveTo>
                <a:lnTo>
                  <a:pt x="4438175" y="0"/>
                </a:lnTo>
                <a:cubicBezTo>
                  <a:pt x="4476319" y="0"/>
                  <a:pt x="4507241" y="30922"/>
                  <a:pt x="4507241" y="69065"/>
                </a:cubicBezTo>
                <a:lnTo>
                  <a:pt x="4507241" y="3548816"/>
                </a:lnTo>
                <a:cubicBezTo>
                  <a:pt x="4507241" y="3586959"/>
                  <a:pt x="4476319" y="3617881"/>
                  <a:pt x="4438175" y="3617881"/>
                </a:cubicBezTo>
                <a:lnTo>
                  <a:pt x="69065" y="3617881"/>
                </a:lnTo>
                <a:cubicBezTo>
                  <a:pt x="30922" y="3617881"/>
                  <a:pt x="0" y="3586959"/>
                  <a:pt x="0" y="3548816"/>
                </a:cubicBezTo>
                <a:lnTo>
                  <a:pt x="0" y="69065"/>
                </a:lnTo>
                <a:cubicBezTo>
                  <a:pt x="0" y="30947"/>
                  <a:pt x="30947" y="0"/>
                  <a:pt x="69065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 w="12700">
            <a:solidFill>
              <a:srgbClr val="C4B7A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484141" y="1321088"/>
            <a:ext cx="194278" cy="172691"/>
          </a:xfrm>
          <a:custGeom>
            <a:avLst/>
            <a:gdLst/>
            <a:ahLst/>
            <a:cxnLst/>
            <a:rect l="l" t="t" r="r" b="b"/>
            <a:pathLst>
              <a:path w="194278" h="172691">
                <a:moveTo>
                  <a:pt x="104390" y="-6375"/>
                </a:moveTo>
                <a:cubicBezTo>
                  <a:pt x="103008" y="-9073"/>
                  <a:pt x="100208" y="-10793"/>
                  <a:pt x="97173" y="-10793"/>
                </a:cubicBezTo>
                <a:cubicBezTo>
                  <a:pt x="94137" y="-10793"/>
                  <a:pt x="91337" y="-9073"/>
                  <a:pt x="89955" y="-6375"/>
                </a:cubicBezTo>
                <a:lnTo>
                  <a:pt x="65130" y="42262"/>
                </a:lnTo>
                <a:lnTo>
                  <a:pt x="11198" y="50829"/>
                </a:lnTo>
                <a:cubicBezTo>
                  <a:pt x="8196" y="51301"/>
                  <a:pt x="5700" y="53426"/>
                  <a:pt x="4756" y="56327"/>
                </a:cubicBezTo>
                <a:cubicBezTo>
                  <a:pt x="3811" y="59228"/>
                  <a:pt x="4587" y="62398"/>
                  <a:pt x="6712" y="64557"/>
                </a:cubicBezTo>
                <a:lnTo>
                  <a:pt x="45298" y="103176"/>
                </a:lnTo>
                <a:lnTo>
                  <a:pt x="36798" y="157109"/>
                </a:lnTo>
                <a:cubicBezTo>
                  <a:pt x="36326" y="160110"/>
                  <a:pt x="37574" y="163146"/>
                  <a:pt x="40036" y="164934"/>
                </a:cubicBezTo>
                <a:cubicBezTo>
                  <a:pt x="42498" y="166721"/>
                  <a:pt x="45736" y="166991"/>
                  <a:pt x="48468" y="165608"/>
                </a:cubicBezTo>
                <a:lnTo>
                  <a:pt x="97173" y="140851"/>
                </a:lnTo>
                <a:lnTo>
                  <a:pt x="145843" y="165608"/>
                </a:lnTo>
                <a:cubicBezTo>
                  <a:pt x="148541" y="166991"/>
                  <a:pt x="151813" y="166721"/>
                  <a:pt x="154275" y="164934"/>
                </a:cubicBezTo>
                <a:cubicBezTo>
                  <a:pt x="156738" y="163146"/>
                  <a:pt x="157985" y="160144"/>
                  <a:pt x="157513" y="157109"/>
                </a:cubicBezTo>
                <a:lnTo>
                  <a:pt x="148980" y="103176"/>
                </a:lnTo>
                <a:lnTo>
                  <a:pt x="187566" y="64557"/>
                </a:lnTo>
                <a:cubicBezTo>
                  <a:pt x="189724" y="62398"/>
                  <a:pt x="190466" y="59228"/>
                  <a:pt x="189522" y="56327"/>
                </a:cubicBezTo>
                <a:cubicBezTo>
                  <a:pt x="188577" y="53426"/>
                  <a:pt x="186115" y="51301"/>
                  <a:pt x="183080" y="50829"/>
                </a:cubicBezTo>
                <a:lnTo>
                  <a:pt x="129181" y="42262"/>
                </a:lnTo>
                <a:lnTo>
                  <a:pt x="104390" y="-6375"/>
                </a:ln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792826" y="1286550"/>
            <a:ext cx="69939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73347" y="1631932"/>
            <a:ext cx="4222300" cy="621688"/>
          </a:xfrm>
          <a:custGeom>
            <a:avLst/>
            <a:gdLst/>
            <a:ahLst/>
            <a:cxnLst/>
            <a:rect l="l" t="t" r="r" b="b"/>
            <a:pathLst>
              <a:path w="4222300" h="621688">
                <a:moveTo>
                  <a:pt x="34541" y="0"/>
                </a:moveTo>
                <a:lnTo>
                  <a:pt x="4187759" y="0"/>
                </a:lnTo>
                <a:cubicBezTo>
                  <a:pt x="4206836" y="0"/>
                  <a:pt x="4222300" y="15465"/>
                  <a:pt x="4222300" y="34541"/>
                </a:cubicBezTo>
                <a:lnTo>
                  <a:pt x="4222300" y="587147"/>
                </a:lnTo>
                <a:cubicBezTo>
                  <a:pt x="4222300" y="606224"/>
                  <a:pt x="4206836" y="621688"/>
                  <a:pt x="4187759" y="621688"/>
                </a:cubicBezTo>
                <a:lnTo>
                  <a:pt x="34541" y="621688"/>
                </a:lnTo>
                <a:cubicBezTo>
                  <a:pt x="15465" y="621688"/>
                  <a:pt x="0" y="606224"/>
                  <a:pt x="0" y="587147"/>
                </a:cubicBezTo>
                <a:lnTo>
                  <a:pt x="0" y="34541"/>
                </a:lnTo>
                <a:cubicBezTo>
                  <a:pt x="0" y="15477"/>
                  <a:pt x="15477" y="0"/>
                  <a:pt x="3454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576962" y="1735547"/>
            <a:ext cx="408414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Markdown原生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76962" y="1977314"/>
            <a:ext cx="407551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普通文本文件,可直接用IDE编辑,支持Git版本控制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73347" y="2420510"/>
            <a:ext cx="4222300" cy="621688"/>
          </a:xfrm>
          <a:custGeom>
            <a:avLst/>
            <a:gdLst/>
            <a:ahLst/>
            <a:cxnLst/>
            <a:rect l="l" t="t" r="r" b="b"/>
            <a:pathLst>
              <a:path w="4222300" h="621688">
                <a:moveTo>
                  <a:pt x="34541" y="0"/>
                </a:moveTo>
                <a:lnTo>
                  <a:pt x="4187759" y="0"/>
                </a:lnTo>
                <a:cubicBezTo>
                  <a:pt x="4206836" y="0"/>
                  <a:pt x="4222300" y="15465"/>
                  <a:pt x="4222300" y="34541"/>
                </a:cubicBezTo>
                <a:lnTo>
                  <a:pt x="4222300" y="587147"/>
                </a:lnTo>
                <a:cubicBezTo>
                  <a:pt x="4222300" y="606224"/>
                  <a:pt x="4206836" y="621688"/>
                  <a:pt x="4187759" y="621688"/>
                </a:cubicBezTo>
                <a:lnTo>
                  <a:pt x="34541" y="621688"/>
                </a:lnTo>
                <a:cubicBezTo>
                  <a:pt x="15465" y="621688"/>
                  <a:pt x="0" y="606224"/>
                  <a:pt x="0" y="587147"/>
                </a:cubicBezTo>
                <a:lnTo>
                  <a:pt x="0" y="34541"/>
                </a:lnTo>
                <a:cubicBezTo>
                  <a:pt x="0" y="15477"/>
                  <a:pt x="15477" y="0"/>
                  <a:pt x="3454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576962" y="2524125"/>
            <a:ext cx="408414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混合搜索策略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76962" y="2765893"/>
            <a:ext cx="407551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70%向量搜索</a:t>
            </a: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r>
              <a:rPr lang="en-US" sz="952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30% BM25关键词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73347" y="3209223"/>
            <a:ext cx="4222300" cy="621688"/>
          </a:xfrm>
          <a:custGeom>
            <a:avLst/>
            <a:gdLst/>
            <a:ahLst/>
            <a:cxnLst/>
            <a:rect l="l" t="t" r="r" b="b"/>
            <a:pathLst>
              <a:path w="4222300" h="621688">
                <a:moveTo>
                  <a:pt x="34541" y="0"/>
                </a:moveTo>
                <a:lnTo>
                  <a:pt x="4187759" y="0"/>
                </a:lnTo>
                <a:cubicBezTo>
                  <a:pt x="4206836" y="0"/>
                  <a:pt x="4222300" y="15465"/>
                  <a:pt x="4222300" y="34541"/>
                </a:cubicBezTo>
                <a:lnTo>
                  <a:pt x="4222300" y="587147"/>
                </a:lnTo>
                <a:cubicBezTo>
                  <a:pt x="4222300" y="606224"/>
                  <a:pt x="4206836" y="621688"/>
                  <a:pt x="4187759" y="621688"/>
                </a:cubicBezTo>
                <a:lnTo>
                  <a:pt x="34541" y="621688"/>
                </a:lnTo>
                <a:cubicBezTo>
                  <a:pt x="15465" y="621688"/>
                  <a:pt x="0" y="606224"/>
                  <a:pt x="0" y="587147"/>
                </a:cubicBezTo>
                <a:lnTo>
                  <a:pt x="0" y="34541"/>
                </a:lnTo>
                <a:cubicBezTo>
                  <a:pt x="0" y="15477"/>
                  <a:pt x="15477" y="0"/>
                  <a:pt x="3454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576962" y="3312838"/>
            <a:ext cx="408414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多智能体隔离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76962" y="3554606"/>
            <a:ext cx="407551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不同Agent拥有独立Workspace和SQLite索引文件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73347" y="3997802"/>
            <a:ext cx="4222300" cy="621688"/>
          </a:xfrm>
          <a:custGeom>
            <a:avLst/>
            <a:gdLst/>
            <a:ahLst/>
            <a:cxnLst/>
            <a:rect l="l" t="t" r="r" b="b"/>
            <a:pathLst>
              <a:path w="4222300" h="621688">
                <a:moveTo>
                  <a:pt x="34541" y="0"/>
                </a:moveTo>
                <a:lnTo>
                  <a:pt x="4187759" y="0"/>
                </a:lnTo>
                <a:cubicBezTo>
                  <a:pt x="4206836" y="0"/>
                  <a:pt x="4222300" y="15465"/>
                  <a:pt x="4222300" y="34541"/>
                </a:cubicBezTo>
                <a:lnTo>
                  <a:pt x="4222300" y="587147"/>
                </a:lnTo>
                <a:cubicBezTo>
                  <a:pt x="4222300" y="606224"/>
                  <a:pt x="4206836" y="621688"/>
                  <a:pt x="4187759" y="621688"/>
                </a:cubicBezTo>
                <a:lnTo>
                  <a:pt x="34541" y="621688"/>
                </a:lnTo>
                <a:cubicBezTo>
                  <a:pt x="15465" y="621688"/>
                  <a:pt x="0" y="606224"/>
                  <a:pt x="0" y="587147"/>
                </a:cubicBezTo>
                <a:lnTo>
                  <a:pt x="0" y="34541"/>
                </a:lnTo>
                <a:cubicBezTo>
                  <a:pt x="0" y="15477"/>
                  <a:pt x="15477" y="0"/>
                  <a:pt x="3454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576962" y="4101416"/>
            <a:ext cx="408414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上下文压缩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76962" y="4343184"/>
            <a:ext cx="407551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Token接近极限时触发压缩,压缩前"刷盘"防止丢失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49700" y="4908748"/>
            <a:ext cx="11492601" cy="1597394"/>
          </a:xfrm>
          <a:custGeom>
            <a:avLst/>
            <a:gdLst/>
            <a:ahLst/>
            <a:cxnLst/>
            <a:rect l="l" t="t" r="r" b="b"/>
            <a:pathLst>
              <a:path w="11492601" h="1597394">
                <a:moveTo>
                  <a:pt x="69071" y="0"/>
                </a:moveTo>
                <a:lnTo>
                  <a:pt x="11423529" y="0"/>
                </a:lnTo>
                <a:cubicBezTo>
                  <a:pt x="11461676" y="0"/>
                  <a:pt x="11492601" y="30924"/>
                  <a:pt x="11492601" y="69071"/>
                </a:cubicBezTo>
                <a:lnTo>
                  <a:pt x="11492601" y="1528322"/>
                </a:lnTo>
                <a:cubicBezTo>
                  <a:pt x="11492601" y="1566469"/>
                  <a:pt x="11461676" y="1597394"/>
                  <a:pt x="11423529" y="1597394"/>
                </a:cubicBezTo>
                <a:lnTo>
                  <a:pt x="69071" y="1597394"/>
                </a:lnTo>
                <a:cubicBezTo>
                  <a:pt x="30924" y="1597394"/>
                  <a:pt x="0" y="1566469"/>
                  <a:pt x="0" y="1528322"/>
                </a:cubicBezTo>
                <a:lnTo>
                  <a:pt x="0" y="69071"/>
                </a:lnTo>
                <a:cubicBezTo>
                  <a:pt x="0" y="30924"/>
                  <a:pt x="30924" y="0"/>
                  <a:pt x="69071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13756" y="5085756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64759" y="21586"/>
                </a:moveTo>
                <a:cubicBezTo>
                  <a:pt x="64759" y="15616"/>
                  <a:pt x="69582" y="10793"/>
                  <a:pt x="75552" y="10793"/>
                </a:cubicBezTo>
                <a:lnTo>
                  <a:pt x="97139" y="10793"/>
                </a:lnTo>
                <a:cubicBezTo>
                  <a:pt x="103109" y="10793"/>
                  <a:pt x="107932" y="15616"/>
                  <a:pt x="107932" y="21586"/>
                </a:cubicBezTo>
                <a:lnTo>
                  <a:pt x="107932" y="43173"/>
                </a:lnTo>
                <a:cubicBezTo>
                  <a:pt x="107932" y="49143"/>
                  <a:pt x="103109" y="53966"/>
                  <a:pt x="97139" y="53966"/>
                </a:cubicBezTo>
                <a:lnTo>
                  <a:pt x="94441" y="53966"/>
                </a:lnTo>
                <a:lnTo>
                  <a:pt x="94441" y="75552"/>
                </a:lnTo>
                <a:lnTo>
                  <a:pt x="134915" y="75552"/>
                </a:lnTo>
                <a:cubicBezTo>
                  <a:pt x="148339" y="75552"/>
                  <a:pt x="159200" y="86413"/>
                  <a:pt x="159200" y="99837"/>
                </a:cubicBezTo>
                <a:lnTo>
                  <a:pt x="159200" y="118725"/>
                </a:lnTo>
                <a:lnTo>
                  <a:pt x="161898" y="118725"/>
                </a:lnTo>
                <a:cubicBezTo>
                  <a:pt x="167868" y="118725"/>
                  <a:pt x="172691" y="123548"/>
                  <a:pt x="172691" y="129518"/>
                </a:cubicBezTo>
                <a:lnTo>
                  <a:pt x="172691" y="151105"/>
                </a:lnTo>
                <a:cubicBezTo>
                  <a:pt x="172691" y="157075"/>
                  <a:pt x="167868" y="161898"/>
                  <a:pt x="161898" y="161898"/>
                </a:cubicBezTo>
                <a:lnTo>
                  <a:pt x="140312" y="161898"/>
                </a:lnTo>
                <a:cubicBezTo>
                  <a:pt x="134342" y="161898"/>
                  <a:pt x="129518" y="157075"/>
                  <a:pt x="129518" y="151105"/>
                </a:cubicBezTo>
                <a:lnTo>
                  <a:pt x="129518" y="129518"/>
                </a:lnTo>
                <a:cubicBezTo>
                  <a:pt x="129518" y="123548"/>
                  <a:pt x="134342" y="118725"/>
                  <a:pt x="140312" y="118725"/>
                </a:cubicBezTo>
                <a:lnTo>
                  <a:pt x="143010" y="118725"/>
                </a:lnTo>
                <a:lnTo>
                  <a:pt x="143010" y="99837"/>
                </a:lnTo>
                <a:cubicBezTo>
                  <a:pt x="143010" y="95351"/>
                  <a:pt x="139401" y="91742"/>
                  <a:pt x="134915" y="91742"/>
                </a:cubicBezTo>
                <a:lnTo>
                  <a:pt x="94441" y="91742"/>
                </a:lnTo>
                <a:lnTo>
                  <a:pt x="94441" y="118725"/>
                </a:lnTo>
                <a:lnTo>
                  <a:pt x="97139" y="118725"/>
                </a:lnTo>
                <a:cubicBezTo>
                  <a:pt x="103109" y="118725"/>
                  <a:pt x="107932" y="123548"/>
                  <a:pt x="107932" y="129518"/>
                </a:cubicBezTo>
                <a:lnTo>
                  <a:pt x="107932" y="151105"/>
                </a:lnTo>
                <a:cubicBezTo>
                  <a:pt x="107932" y="157075"/>
                  <a:pt x="103109" y="161898"/>
                  <a:pt x="97139" y="161898"/>
                </a:cubicBezTo>
                <a:lnTo>
                  <a:pt x="75552" y="161898"/>
                </a:lnTo>
                <a:cubicBezTo>
                  <a:pt x="69582" y="161898"/>
                  <a:pt x="64759" y="157075"/>
                  <a:pt x="64759" y="151105"/>
                </a:cubicBezTo>
                <a:lnTo>
                  <a:pt x="64759" y="129518"/>
                </a:lnTo>
                <a:cubicBezTo>
                  <a:pt x="64759" y="123548"/>
                  <a:pt x="69582" y="118725"/>
                  <a:pt x="75552" y="118725"/>
                </a:cubicBezTo>
                <a:lnTo>
                  <a:pt x="78251" y="118725"/>
                </a:lnTo>
                <a:lnTo>
                  <a:pt x="78251" y="91742"/>
                </a:lnTo>
                <a:lnTo>
                  <a:pt x="37776" y="91742"/>
                </a:lnTo>
                <a:cubicBezTo>
                  <a:pt x="33290" y="91742"/>
                  <a:pt x="29681" y="95351"/>
                  <a:pt x="29681" y="99837"/>
                </a:cubicBezTo>
                <a:lnTo>
                  <a:pt x="29681" y="118725"/>
                </a:lnTo>
                <a:lnTo>
                  <a:pt x="32380" y="118725"/>
                </a:lnTo>
                <a:cubicBezTo>
                  <a:pt x="38350" y="118725"/>
                  <a:pt x="43173" y="123548"/>
                  <a:pt x="43173" y="129518"/>
                </a:cubicBezTo>
                <a:lnTo>
                  <a:pt x="43173" y="151105"/>
                </a:lnTo>
                <a:cubicBezTo>
                  <a:pt x="43173" y="157075"/>
                  <a:pt x="38350" y="161898"/>
                  <a:pt x="32380" y="161898"/>
                </a:cubicBezTo>
                <a:lnTo>
                  <a:pt x="10793" y="161898"/>
                </a:lnTo>
                <a:cubicBezTo>
                  <a:pt x="4823" y="161898"/>
                  <a:pt x="0" y="157075"/>
                  <a:pt x="0" y="151105"/>
                </a:cubicBezTo>
                <a:lnTo>
                  <a:pt x="0" y="129518"/>
                </a:lnTo>
                <a:cubicBezTo>
                  <a:pt x="0" y="123548"/>
                  <a:pt x="4823" y="118725"/>
                  <a:pt x="10793" y="118725"/>
                </a:cubicBezTo>
                <a:lnTo>
                  <a:pt x="13492" y="118725"/>
                </a:lnTo>
                <a:lnTo>
                  <a:pt x="13492" y="99837"/>
                </a:lnTo>
                <a:cubicBezTo>
                  <a:pt x="13492" y="86413"/>
                  <a:pt x="24352" y="75552"/>
                  <a:pt x="37776" y="75552"/>
                </a:cubicBezTo>
                <a:lnTo>
                  <a:pt x="78251" y="75552"/>
                </a:lnTo>
                <a:lnTo>
                  <a:pt x="78251" y="53966"/>
                </a:lnTo>
                <a:lnTo>
                  <a:pt x="75552" y="53966"/>
                </a:lnTo>
                <a:cubicBezTo>
                  <a:pt x="69582" y="53966"/>
                  <a:pt x="64759" y="49143"/>
                  <a:pt x="64759" y="43173"/>
                </a:cubicBezTo>
                <a:lnTo>
                  <a:pt x="64759" y="21586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11649" y="5051218"/>
            <a:ext cx="1476510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存储层与索引层架构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92170" y="5396601"/>
            <a:ext cx="5534754" cy="967071"/>
          </a:xfrm>
          <a:custGeom>
            <a:avLst/>
            <a:gdLst/>
            <a:ahLst/>
            <a:cxnLst/>
            <a:rect l="l" t="t" r="r" b="b"/>
            <a:pathLst>
              <a:path w="5534754" h="967071">
                <a:moveTo>
                  <a:pt x="34534" y="0"/>
                </a:moveTo>
                <a:lnTo>
                  <a:pt x="5500219" y="0"/>
                </a:lnTo>
                <a:cubicBezTo>
                  <a:pt x="5519292" y="0"/>
                  <a:pt x="5534754" y="15461"/>
                  <a:pt x="5534754" y="34534"/>
                </a:cubicBezTo>
                <a:lnTo>
                  <a:pt x="5534754" y="932537"/>
                </a:lnTo>
                <a:cubicBezTo>
                  <a:pt x="5534754" y="951609"/>
                  <a:pt x="5519292" y="967071"/>
                  <a:pt x="5500219" y="967071"/>
                </a:cubicBezTo>
                <a:lnTo>
                  <a:pt x="34534" y="967071"/>
                </a:lnTo>
                <a:cubicBezTo>
                  <a:pt x="15461" y="967071"/>
                  <a:pt x="0" y="951609"/>
                  <a:pt x="0" y="932537"/>
                </a:cubicBezTo>
                <a:lnTo>
                  <a:pt x="0" y="34534"/>
                </a:lnTo>
                <a:cubicBezTo>
                  <a:pt x="0" y="15461"/>
                  <a:pt x="15461" y="0"/>
                  <a:pt x="34534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30323" y="5534754"/>
            <a:ext cx="532752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存储层 (Storage Layer)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323" y="5862867"/>
            <a:ext cx="69076" cy="69076"/>
          </a:xfrm>
          <a:custGeom>
            <a:avLst/>
            <a:gdLst/>
            <a:ahLst/>
            <a:cxnLst/>
            <a:rect l="l" t="t" r="r" b="b"/>
            <a:pathLst>
              <a:path w="69076" h="69076">
                <a:moveTo>
                  <a:pt x="34538" y="0"/>
                </a:moveTo>
                <a:lnTo>
                  <a:pt x="34538" y="0"/>
                </a:lnTo>
                <a:cubicBezTo>
                  <a:pt x="53600" y="0"/>
                  <a:pt x="69076" y="15476"/>
                  <a:pt x="69076" y="34538"/>
                </a:cubicBezTo>
                <a:lnTo>
                  <a:pt x="69076" y="34538"/>
                </a:lnTo>
                <a:cubicBezTo>
                  <a:pt x="69076" y="53600"/>
                  <a:pt x="53600" y="69076"/>
                  <a:pt x="34538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768476" y="5811059"/>
            <a:ext cx="139016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MEMORY.md (长期记忆)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323" y="6104635"/>
            <a:ext cx="69076" cy="69076"/>
          </a:xfrm>
          <a:custGeom>
            <a:avLst/>
            <a:gdLst/>
            <a:ahLst/>
            <a:cxnLst/>
            <a:rect l="l" t="t" r="r" b="b"/>
            <a:pathLst>
              <a:path w="69076" h="69076">
                <a:moveTo>
                  <a:pt x="34538" y="0"/>
                </a:moveTo>
                <a:lnTo>
                  <a:pt x="34538" y="0"/>
                </a:lnTo>
                <a:cubicBezTo>
                  <a:pt x="53600" y="0"/>
                  <a:pt x="69076" y="15476"/>
                  <a:pt x="69076" y="34538"/>
                </a:cubicBezTo>
                <a:lnTo>
                  <a:pt x="69076" y="34538"/>
                </a:lnTo>
                <a:cubicBezTo>
                  <a:pt x="69076" y="53600"/>
                  <a:pt x="53600" y="69076"/>
                  <a:pt x="34538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68476" y="6052827"/>
            <a:ext cx="227952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memory/YYYY-MM-DD.md (每日流水账)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3053" y="5396601"/>
            <a:ext cx="5534754" cy="967071"/>
          </a:xfrm>
          <a:custGeom>
            <a:avLst/>
            <a:gdLst/>
            <a:ahLst/>
            <a:cxnLst/>
            <a:rect l="l" t="t" r="r" b="b"/>
            <a:pathLst>
              <a:path w="5534754" h="967071">
                <a:moveTo>
                  <a:pt x="34534" y="0"/>
                </a:moveTo>
                <a:lnTo>
                  <a:pt x="5500219" y="0"/>
                </a:lnTo>
                <a:cubicBezTo>
                  <a:pt x="5519292" y="0"/>
                  <a:pt x="5534754" y="15461"/>
                  <a:pt x="5534754" y="34534"/>
                </a:cubicBezTo>
                <a:lnTo>
                  <a:pt x="5534754" y="932537"/>
                </a:lnTo>
                <a:cubicBezTo>
                  <a:pt x="5534754" y="951609"/>
                  <a:pt x="5519292" y="967071"/>
                  <a:pt x="5500219" y="967071"/>
                </a:cubicBezTo>
                <a:lnTo>
                  <a:pt x="34534" y="967071"/>
                </a:lnTo>
                <a:cubicBezTo>
                  <a:pt x="15461" y="967071"/>
                  <a:pt x="0" y="951609"/>
                  <a:pt x="0" y="932537"/>
                </a:cubicBezTo>
                <a:lnTo>
                  <a:pt x="0" y="34534"/>
                </a:lnTo>
                <a:cubicBezTo>
                  <a:pt x="0" y="15461"/>
                  <a:pt x="15461" y="0"/>
                  <a:pt x="34534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301206" y="5534754"/>
            <a:ext cx="532752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索引层 (Index Layer)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01206" y="5862867"/>
            <a:ext cx="69076" cy="69076"/>
          </a:xfrm>
          <a:custGeom>
            <a:avLst/>
            <a:gdLst/>
            <a:ahLst/>
            <a:cxnLst/>
            <a:rect l="l" t="t" r="r" b="b"/>
            <a:pathLst>
              <a:path w="69076" h="69076">
                <a:moveTo>
                  <a:pt x="34538" y="0"/>
                </a:moveTo>
                <a:lnTo>
                  <a:pt x="34538" y="0"/>
                </a:lnTo>
                <a:cubicBezTo>
                  <a:pt x="53600" y="0"/>
                  <a:pt x="69076" y="15476"/>
                  <a:pt x="69076" y="34538"/>
                </a:cubicBezTo>
                <a:lnTo>
                  <a:pt x="69076" y="34538"/>
                </a:lnTo>
                <a:cubicBezTo>
                  <a:pt x="69076" y="53600"/>
                  <a:pt x="53600" y="69076"/>
                  <a:pt x="34538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439359" y="5811059"/>
            <a:ext cx="2158640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chunks_fts (FTS5表, BM25关键词索引)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01206" y="6104635"/>
            <a:ext cx="69076" cy="69076"/>
          </a:xfrm>
          <a:custGeom>
            <a:avLst/>
            <a:gdLst/>
            <a:ahLst/>
            <a:cxnLst/>
            <a:rect l="l" t="t" r="r" b="b"/>
            <a:pathLst>
              <a:path w="69076" h="69076">
                <a:moveTo>
                  <a:pt x="34538" y="0"/>
                </a:moveTo>
                <a:lnTo>
                  <a:pt x="34538" y="0"/>
                </a:lnTo>
                <a:cubicBezTo>
                  <a:pt x="53600" y="0"/>
                  <a:pt x="69076" y="15476"/>
                  <a:pt x="69076" y="34538"/>
                </a:cubicBezTo>
                <a:lnTo>
                  <a:pt x="69076" y="34538"/>
                </a:lnTo>
                <a:cubicBezTo>
                  <a:pt x="69076" y="53600"/>
                  <a:pt x="53600" y="69076"/>
                  <a:pt x="34538" y="69076"/>
                </a:cubicBezTo>
                <a:lnTo>
                  <a:pt x="34538" y="69076"/>
                </a:lnTo>
                <a:cubicBezTo>
                  <a:pt x="15476" y="69076"/>
                  <a:pt x="0" y="53600"/>
                  <a:pt x="0" y="34538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439359" y="6052827"/>
            <a:ext cx="2262255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chunks_vec (sqlite-vec虚拟表, 向量嵌入)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2450" y="381000"/>
            <a:ext cx="579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OpenClaw与Claude Code部署指南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从云端到本地,完整的部署方案与实践步骤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4105275"/>
          </a:xfrm>
          <a:custGeom>
            <a:avLst/>
            <a:gdLst/>
            <a:ahLst/>
            <a:cxnLst/>
            <a:rect l="l" t="t" r="r" b="b"/>
            <a:pathLst>
              <a:path w="5610225" h="4105275">
                <a:moveTo>
                  <a:pt x="76194" y="0"/>
                </a:moveTo>
                <a:lnTo>
                  <a:pt x="5534031" y="0"/>
                </a:lnTo>
                <a:cubicBezTo>
                  <a:pt x="5576112" y="0"/>
                  <a:pt x="5610225" y="34113"/>
                  <a:pt x="5610225" y="76194"/>
                </a:cubicBezTo>
                <a:lnTo>
                  <a:pt x="5610225" y="4029081"/>
                </a:lnTo>
                <a:cubicBezTo>
                  <a:pt x="5610225" y="4071162"/>
                  <a:pt x="5576112" y="4105275"/>
                  <a:pt x="5534031" y="4105275"/>
                </a:cubicBezTo>
                <a:lnTo>
                  <a:pt x="76194" y="4105275"/>
                </a:lnTo>
                <a:cubicBezTo>
                  <a:pt x="34113" y="4105275"/>
                  <a:pt x="0" y="4071162"/>
                  <a:pt x="0" y="40290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2925" y="1419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6269" y="1514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13481" y="71065"/>
                </a:moveTo>
                <a:cubicBezTo>
                  <a:pt x="109984" y="67568"/>
                  <a:pt x="104329" y="67568"/>
                  <a:pt x="100868" y="71065"/>
                </a:cubicBezTo>
                <a:lnTo>
                  <a:pt x="74079" y="97854"/>
                </a:lnTo>
                <a:cubicBezTo>
                  <a:pt x="70582" y="101352"/>
                  <a:pt x="70582" y="107007"/>
                  <a:pt x="74079" y="110468"/>
                </a:cubicBezTo>
                <a:cubicBezTo>
                  <a:pt x="77577" y="113928"/>
                  <a:pt x="83232" y="113965"/>
                  <a:pt x="86692" y="110468"/>
                </a:cubicBezTo>
                <a:lnTo>
                  <a:pt x="98227" y="98933"/>
                </a:lnTo>
                <a:lnTo>
                  <a:pt x="98227" y="136922"/>
                </a:lnTo>
                <a:cubicBezTo>
                  <a:pt x="98227" y="141870"/>
                  <a:pt x="102208" y="145852"/>
                  <a:pt x="107156" y="145852"/>
                </a:cubicBezTo>
                <a:cubicBezTo>
                  <a:pt x="112105" y="145852"/>
                  <a:pt x="116086" y="141870"/>
                  <a:pt x="116086" y="136922"/>
                </a:cubicBezTo>
                <a:lnTo>
                  <a:pt x="116086" y="98933"/>
                </a:lnTo>
                <a:lnTo>
                  <a:pt x="127620" y="110468"/>
                </a:lnTo>
                <a:cubicBezTo>
                  <a:pt x="131118" y="113965"/>
                  <a:pt x="136773" y="113965"/>
                  <a:pt x="140233" y="110468"/>
                </a:cubicBezTo>
                <a:cubicBezTo>
                  <a:pt x="143694" y="106970"/>
                  <a:pt x="143731" y="101315"/>
                  <a:pt x="140233" y="97854"/>
                </a:cubicBezTo>
                <a:lnTo>
                  <a:pt x="113444" y="7106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38225" y="1476375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OpenClaw部署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1914525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3" y="0"/>
                </a:moveTo>
                <a:lnTo>
                  <a:pt x="5257797" y="0"/>
                </a:lnTo>
                <a:cubicBezTo>
                  <a:pt x="5278841" y="0"/>
                  <a:pt x="5295900" y="17059"/>
                  <a:pt x="5295900" y="38103"/>
                </a:cubicBezTo>
                <a:lnTo>
                  <a:pt x="5295900" y="647697"/>
                </a:lnTo>
                <a:cubicBezTo>
                  <a:pt x="5295900" y="668741"/>
                  <a:pt x="5278841" y="685800"/>
                  <a:pt x="52577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7225" y="202882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云端VPS推荐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295525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官方镜像一键部署,建议选择境外VPS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762250"/>
            <a:ext cx="5295900" cy="1143000"/>
          </a:xfrm>
          <a:custGeom>
            <a:avLst/>
            <a:gdLst/>
            <a:ahLst/>
            <a:cxnLst/>
            <a:rect l="l" t="t" r="r" b="b"/>
            <a:pathLst>
              <a:path w="5295900" h="1143000">
                <a:moveTo>
                  <a:pt x="38096" y="0"/>
                </a:moveTo>
                <a:lnTo>
                  <a:pt x="5257804" y="0"/>
                </a:lnTo>
                <a:cubicBezTo>
                  <a:pt x="5278844" y="0"/>
                  <a:pt x="5295900" y="17056"/>
                  <a:pt x="5295900" y="38096"/>
                </a:cubicBezTo>
                <a:lnTo>
                  <a:pt x="5295900" y="1104904"/>
                </a:lnTo>
                <a:cubicBezTo>
                  <a:pt x="5295900" y="1125944"/>
                  <a:pt x="5278844" y="1143000"/>
                  <a:pt x="52578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7225" y="287655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本地Ubuntu安装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1432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安装Node.js: </a:t>
            </a:r>
            <a:r>
              <a:rPr lang="en-US" sz="900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curl -fsSL https://deb.nodesource.com/setup_22.x | sudo -E bash -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3718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全局安装: </a:t>
            </a:r>
            <a:r>
              <a:rPr lang="en-US" sz="900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sudo npm i -g openclaw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6004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</a:t>
            </a:r>
            <a:r>
              <a:rPr lang="en-US" sz="1050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初始化配置</a:t>
            </a: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50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opencalw</a:t>
            </a: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gateway  </a:t>
            </a:r>
            <a:r>
              <a:rPr lang="en-US" sz="900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openclaw onboard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4067175"/>
            <a:ext cx="5295900" cy="1143000"/>
          </a:xfrm>
          <a:custGeom>
            <a:avLst/>
            <a:gdLst/>
            <a:ahLst/>
            <a:cxnLst/>
            <a:rect l="l" t="t" r="r" b="b"/>
            <a:pathLst>
              <a:path w="5295900" h="1143000">
                <a:moveTo>
                  <a:pt x="38096" y="0"/>
                </a:moveTo>
                <a:lnTo>
                  <a:pt x="5257804" y="0"/>
                </a:lnTo>
                <a:cubicBezTo>
                  <a:pt x="5278844" y="0"/>
                  <a:pt x="5295900" y="17056"/>
                  <a:pt x="5295900" y="38096"/>
                </a:cubicBezTo>
                <a:lnTo>
                  <a:pt x="5295900" y="1104904"/>
                </a:lnTo>
                <a:cubicBezTo>
                  <a:pt x="5295900" y="1125944"/>
                  <a:pt x="5278844" y="1143000"/>
                  <a:pt x="52578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7225" y="418147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飞书接入流程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4448175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创建企业自建应用,选择机器人类型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225" y="4676775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配置权限(获取用户信息、收发消息等)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4905375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安装插件: </a:t>
            </a:r>
            <a:r>
              <a:rPr lang="en-US" sz="900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openclaw plugins install @m1heng-clawd/feishu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262063"/>
            <a:ext cx="5610225" cy="4105275"/>
          </a:xfrm>
          <a:custGeom>
            <a:avLst/>
            <a:gdLst/>
            <a:ahLst/>
            <a:cxnLst/>
            <a:rect l="l" t="t" r="r" b="b"/>
            <a:pathLst>
              <a:path w="5610225" h="4105275">
                <a:moveTo>
                  <a:pt x="76194" y="0"/>
                </a:moveTo>
                <a:lnTo>
                  <a:pt x="5534031" y="0"/>
                </a:lnTo>
                <a:cubicBezTo>
                  <a:pt x="5576112" y="0"/>
                  <a:pt x="5610225" y="34113"/>
                  <a:pt x="5610225" y="76194"/>
                </a:cubicBezTo>
                <a:lnTo>
                  <a:pt x="5610225" y="4029081"/>
                </a:lnTo>
                <a:cubicBezTo>
                  <a:pt x="5610225" y="4071162"/>
                  <a:pt x="5576112" y="4105275"/>
                  <a:pt x="5534031" y="4105275"/>
                </a:cubicBezTo>
                <a:lnTo>
                  <a:pt x="76194" y="4105275"/>
                </a:lnTo>
                <a:cubicBezTo>
                  <a:pt x="34113" y="4105275"/>
                  <a:pt x="0" y="4071162"/>
                  <a:pt x="0" y="40290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353175" y="1419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4842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48474" y="1476375"/>
            <a:ext cx="2905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</a:t>
            </a:r>
            <a:r>
              <a:rPr lang="en-US" sz="1500" b="1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Code&amp;</a:t>
            </a:r>
            <a:r>
              <a:rPr lang="en-US" altLang="zh-CN" sz="1500" b="1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</a:t>
            </a:r>
            <a:r>
              <a:rPr lang="en-US" altLang="zh-CN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1500" b="1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</a:t>
            </a:r>
            <a:r>
              <a:rPr lang="en-US" sz="1500" b="1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3175" y="1914524"/>
            <a:ext cx="5295900" cy="1190625"/>
          </a:xfrm>
          <a:custGeom>
            <a:avLst/>
            <a:gdLst/>
            <a:ahLst/>
            <a:cxnLst/>
            <a:rect l="l" t="t" r="r" b="b"/>
            <a:pathLst>
              <a:path w="5295900" h="914400">
                <a:moveTo>
                  <a:pt x="38103" y="0"/>
                </a:moveTo>
                <a:lnTo>
                  <a:pt x="5257797" y="0"/>
                </a:lnTo>
                <a:cubicBezTo>
                  <a:pt x="5278841" y="0"/>
                  <a:pt x="5295900" y="17059"/>
                  <a:pt x="5295900" y="38103"/>
                </a:cubicBezTo>
                <a:lnTo>
                  <a:pt x="5295900" y="876297"/>
                </a:lnTo>
                <a:cubicBezTo>
                  <a:pt x="5295900" y="897341"/>
                  <a:pt x="5278841" y="914400"/>
                  <a:pt x="525779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24612" y="218598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安装命令</a:t>
            </a:r>
            <a:endParaRPr lang="en-US" sz="1200" b="1" dirty="0">
              <a:solidFill>
                <a:srgbClr val="C4B7A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参考：</a:t>
            </a:r>
            <a:endParaRPr lang="en-US" altLang="zh-CN" sz="1050" dirty="0">
              <a:solidFill>
                <a:srgbClr val="E5E5E5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zh-CN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  <a:hlinkClick r:id="rId3"/>
              </a:rPr>
              <a:t>https://www.kimi.com/code/docs/more/third-party-agents.html</a:t>
            </a:r>
            <a:endParaRPr lang="en-US" altLang="zh-CN" sz="1050" dirty="0">
              <a:solidFill>
                <a:srgbClr val="E5E5E5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https://docs.bigmodel.cn/cn/guide/develop/claude</a:t>
            </a:r>
          </a:p>
        </p:txBody>
      </p:sp>
      <p:sp>
        <p:nvSpPr>
          <p:cNvPr id="28" name="Text 26"/>
          <p:cNvSpPr/>
          <p:nvPr/>
        </p:nvSpPr>
        <p:spPr>
          <a:xfrm>
            <a:off x="6424612" y="2732313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Linux/macOS: </a:t>
            </a:r>
            <a:r>
              <a:rPr lang="en-US" sz="900" dirty="0">
                <a:solidFill>
                  <a:srgbClr val="E5E5E5"/>
                </a:solidFill>
                <a:highlight>
                  <a:srgbClr val="8B8680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curl -LsSf https://code.kimi.com/install.sh | bash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27601" y="2933699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Windows: </a:t>
            </a:r>
            <a:r>
              <a:rPr lang="en-US" sz="900" dirty="0">
                <a:solidFill>
                  <a:srgbClr val="E5E5E5"/>
                </a:solidFill>
                <a:highlight>
                  <a:srgbClr val="8B8680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Invoke-RestMethod https://code.kimi.com/install.ps1 | Invoke-Expression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3650" y="3132363"/>
            <a:ext cx="5295900" cy="1143000"/>
          </a:xfrm>
          <a:custGeom>
            <a:avLst/>
            <a:gdLst/>
            <a:ahLst/>
            <a:cxnLst/>
            <a:rect l="l" t="t" r="r" b="b"/>
            <a:pathLst>
              <a:path w="5295900" h="1143000">
                <a:moveTo>
                  <a:pt x="38096" y="0"/>
                </a:moveTo>
                <a:lnTo>
                  <a:pt x="5257804" y="0"/>
                </a:lnTo>
                <a:cubicBezTo>
                  <a:pt x="5278844" y="0"/>
                  <a:pt x="5295900" y="17056"/>
                  <a:pt x="5295900" y="38096"/>
                </a:cubicBezTo>
                <a:lnTo>
                  <a:pt x="5295900" y="1104904"/>
                </a:lnTo>
                <a:cubicBezTo>
                  <a:pt x="5295900" y="1125944"/>
                  <a:pt x="5278844" y="1143000"/>
                  <a:pt x="52578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67475" y="321945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Skills目录结构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7475" y="34861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个人全局: </a:t>
            </a: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~/.config/agents/skills/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67475" y="37147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项目专用: </a:t>
            </a: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.agents/skills/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67475" y="39433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其他路径: </a:t>
            </a: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~/.kimi/skills/, ~/.claude/skills/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3175" y="4524375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3" y="0"/>
                </a:moveTo>
                <a:lnTo>
                  <a:pt x="5257797" y="0"/>
                </a:lnTo>
                <a:cubicBezTo>
                  <a:pt x="5278841" y="0"/>
                  <a:pt x="5295900" y="17059"/>
                  <a:pt x="5295900" y="38103"/>
                </a:cubicBezTo>
                <a:lnTo>
                  <a:pt x="5295900" y="647697"/>
                </a:lnTo>
                <a:cubicBezTo>
                  <a:pt x="5295900" y="668741"/>
                  <a:pt x="5278841" y="685800"/>
                  <a:pt x="52577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67475" y="463867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模型选择建议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67475" y="4905375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GLM:</a:t>
            </a: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量大,适合高频使用 | </a:t>
            </a:r>
            <a:r>
              <a:rPr lang="en-US" sz="1050" b="1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Kimi:</a:t>
            </a:r>
            <a:r>
              <a:rPr lang="en-US" sz="105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量小,适合轻量场景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00050" y="5524500"/>
            <a:ext cx="3686175" cy="952500"/>
          </a:xfrm>
          <a:custGeom>
            <a:avLst/>
            <a:gdLst/>
            <a:ahLst/>
            <a:cxnLst/>
            <a:rect l="l" t="t" r="r" b="b"/>
            <a:pathLst>
              <a:path w="3686175" h="952500">
                <a:moveTo>
                  <a:pt x="381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876300"/>
                </a:lnTo>
                <a:cubicBezTo>
                  <a:pt x="3686175" y="918356"/>
                  <a:pt x="3652031" y="952500"/>
                  <a:pt x="36099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00050" y="55245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52450" y="567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00100" y="5638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管理命令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3400" y="59436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openclaw dashboard - UI配置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3400" y="61722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openclaw tui - 终端界面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60800" y="5524500"/>
            <a:ext cx="3686175" cy="952500"/>
          </a:xfrm>
          <a:custGeom>
            <a:avLst/>
            <a:gdLst/>
            <a:ahLst/>
            <a:cxnLst/>
            <a:rect l="l" t="t" r="r" b="b"/>
            <a:pathLst>
              <a:path w="3686175" h="952500">
                <a:moveTo>
                  <a:pt x="381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876300"/>
                </a:lnTo>
                <a:cubicBezTo>
                  <a:pt x="3686175" y="918356"/>
                  <a:pt x="3652031" y="952500"/>
                  <a:pt x="36099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260800" y="55245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422725" y="5676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660850" y="5638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插件市场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94150" y="59436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/plugin marketplace add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94150" y="61722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anthropics/skills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21551" y="5524500"/>
            <a:ext cx="3686175" cy="952500"/>
          </a:xfrm>
          <a:custGeom>
            <a:avLst/>
            <a:gdLst/>
            <a:ahLst/>
            <a:cxnLst/>
            <a:rect l="l" t="t" r="r" b="b"/>
            <a:pathLst>
              <a:path w="3686175" h="952500">
                <a:moveTo>
                  <a:pt x="381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876300"/>
                </a:lnTo>
                <a:cubicBezTo>
                  <a:pt x="3686175" y="918356"/>
                  <a:pt x="3652031" y="952500"/>
                  <a:pt x="36099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121551" y="55245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264426" y="5676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21601" y="5638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替代安装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54901" y="59436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 tool install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54901" y="6172200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--python 3.13 kimi-cli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992" y="341992"/>
            <a:ext cx="51299" cy="341992"/>
          </a:xfrm>
          <a:custGeom>
            <a:avLst/>
            <a:gdLst/>
            <a:ahLst/>
            <a:cxnLst/>
            <a:rect l="l" t="t" r="r" b="b"/>
            <a:pathLst>
              <a:path w="51299" h="341992">
                <a:moveTo>
                  <a:pt x="0" y="0"/>
                </a:moveTo>
                <a:lnTo>
                  <a:pt x="51299" y="0"/>
                </a:lnTo>
                <a:lnTo>
                  <a:pt x="51299" y="341992"/>
                </a:lnTo>
                <a:lnTo>
                  <a:pt x="0" y="341992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95888" y="341992"/>
            <a:ext cx="4514289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SKILLS: 让AI一次教导,处处受益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2987" y="752381"/>
            <a:ext cx="11413969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打包成文件夹的指令集合,融入偏好、流程与领域专长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266" y="1132847"/>
            <a:ext cx="5659961" cy="2351192"/>
          </a:xfrm>
          <a:custGeom>
            <a:avLst/>
            <a:gdLst/>
            <a:ahLst/>
            <a:cxnLst/>
            <a:rect l="l" t="t" r="r" b="b"/>
            <a:pathLst>
              <a:path w="5659961" h="2351192">
                <a:moveTo>
                  <a:pt x="68396" y="0"/>
                </a:moveTo>
                <a:lnTo>
                  <a:pt x="5591565" y="0"/>
                </a:lnTo>
                <a:cubicBezTo>
                  <a:pt x="5629339" y="0"/>
                  <a:pt x="5659961" y="30622"/>
                  <a:pt x="5659961" y="68396"/>
                </a:cubicBezTo>
                <a:lnTo>
                  <a:pt x="5659961" y="2282796"/>
                </a:lnTo>
                <a:cubicBezTo>
                  <a:pt x="5659961" y="2320570"/>
                  <a:pt x="5629339" y="2351192"/>
                  <a:pt x="5591565" y="2351192"/>
                </a:cubicBezTo>
                <a:lnTo>
                  <a:pt x="68396" y="2351192"/>
                </a:lnTo>
                <a:cubicBezTo>
                  <a:pt x="30622" y="2351192"/>
                  <a:pt x="0" y="2320570"/>
                  <a:pt x="0" y="2282796"/>
                </a:cubicBezTo>
                <a:lnTo>
                  <a:pt x="0" y="68396"/>
                </a:lnTo>
                <a:cubicBezTo>
                  <a:pt x="0" y="30622"/>
                  <a:pt x="30622" y="0"/>
                  <a:pt x="68396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0087" y="1308118"/>
            <a:ext cx="128247" cy="170996"/>
          </a:xfrm>
          <a:custGeom>
            <a:avLst/>
            <a:gdLst/>
            <a:ahLst/>
            <a:cxnLst/>
            <a:rect l="l" t="t" r="r" b="b"/>
            <a:pathLst>
              <a:path w="128247" h="170996">
                <a:moveTo>
                  <a:pt x="97822" y="128247"/>
                </a:moveTo>
                <a:cubicBezTo>
                  <a:pt x="100260" y="120799"/>
                  <a:pt x="105136" y="114053"/>
                  <a:pt x="110646" y="108242"/>
                </a:cubicBezTo>
                <a:cubicBezTo>
                  <a:pt x="121567" y="96753"/>
                  <a:pt x="128247" y="81223"/>
                  <a:pt x="128247" y="64123"/>
                </a:cubicBezTo>
                <a:cubicBezTo>
                  <a:pt x="128247" y="28722"/>
                  <a:pt x="99525" y="0"/>
                  <a:pt x="64123" y="0"/>
                </a:cubicBezTo>
                <a:cubicBezTo>
                  <a:pt x="28722" y="0"/>
                  <a:pt x="0" y="28722"/>
                  <a:pt x="0" y="64123"/>
                </a:cubicBezTo>
                <a:cubicBezTo>
                  <a:pt x="0" y="81223"/>
                  <a:pt x="6680" y="96753"/>
                  <a:pt x="17601" y="108242"/>
                </a:cubicBezTo>
                <a:cubicBezTo>
                  <a:pt x="23111" y="114053"/>
                  <a:pt x="28021" y="120799"/>
                  <a:pt x="30425" y="128247"/>
                </a:cubicBezTo>
                <a:lnTo>
                  <a:pt x="97788" y="128247"/>
                </a:lnTo>
                <a:close/>
                <a:moveTo>
                  <a:pt x="96185" y="144278"/>
                </a:moveTo>
                <a:lnTo>
                  <a:pt x="32062" y="144278"/>
                </a:lnTo>
                <a:lnTo>
                  <a:pt x="32062" y="149621"/>
                </a:lnTo>
                <a:cubicBezTo>
                  <a:pt x="32062" y="164383"/>
                  <a:pt x="44018" y="176339"/>
                  <a:pt x="58780" y="176339"/>
                </a:cubicBezTo>
                <a:lnTo>
                  <a:pt x="69467" y="176339"/>
                </a:lnTo>
                <a:cubicBezTo>
                  <a:pt x="84229" y="176339"/>
                  <a:pt x="96185" y="164383"/>
                  <a:pt x="96185" y="149621"/>
                </a:cubicBezTo>
                <a:lnTo>
                  <a:pt x="96185" y="144278"/>
                </a:lnTo>
                <a:close/>
                <a:moveTo>
                  <a:pt x="61452" y="37405"/>
                </a:moveTo>
                <a:cubicBezTo>
                  <a:pt x="48159" y="37405"/>
                  <a:pt x="37405" y="48159"/>
                  <a:pt x="37405" y="61452"/>
                </a:cubicBezTo>
                <a:cubicBezTo>
                  <a:pt x="37405" y="65893"/>
                  <a:pt x="33832" y="69467"/>
                  <a:pt x="29390" y="69467"/>
                </a:cubicBezTo>
                <a:cubicBezTo>
                  <a:pt x="24948" y="69467"/>
                  <a:pt x="21374" y="65893"/>
                  <a:pt x="21374" y="61452"/>
                </a:cubicBezTo>
                <a:cubicBezTo>
                  <a:pt x="21374" y="39309"/>
                  <a:pt x="39309" y="21374"/>
                  <a:pt x="61452" y="21374"/>
                </a:cubicBezTo>
                <a:cubicBezTo>
                  <a:pt x="65893" y="21374"/>
                  <a:pt x="69467" y="24948"/>
                  <a:pt x="69467" y="29390"/>
                </a:cubicBezTo>
                <a:cubicBezTo>
                  <a:pt x="69467" y="33832"/>
                  <a:pt x="65893" y="37405"/>
                  <a:pt x="61452" y="37405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3680" y="1273919"/>
            <a:ext cx="103452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SKILLS的本质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7338" y="1727058"/>
            <a:ext cx="54462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SKILLS是 </a:t>
            </a:r>
            <a:r>
              <a:rPr lang="en-US" sz="1077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一组指令 </a:t>
            </a:r>
            <a:r>
              <a:rPr lang="en-US" sz="10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,打包成简单文件夹的形式,告诉大模型如何处理 </a:t>
            </a:r>
            <a:r>
              <a:rPr lang="en-US" sz="1077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特定任务 </a:t>
            </a:r>
            <a:r>
              <a:rPr lang="en-US" sz="10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 </a:t>
            </a:r>
            <a:r>
              <a:rPr lang="en-US" sz="1077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7338" y="2274244"/>
            <a:ext cx="54462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在每次对话中融入您的偏好、流程和领域专长,技能一次教导,处处受益,但需要迭代更新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438" y="2599136"/>
            <a:ext cx="5360718" cy="632684"/>
          </a:xfrm>
          <a:custGeom>
            <a:avLst/>
            <a:gdLst/>
            <a:ahLst/>
            <a:cxnLst/>
            <a:rect l="l" t="t" r="r" b="b"/>
            <a:pathLst>
              <a:path w="5360718" h="632684">
                <a:moveTo>
                  <a:pt x="34197" y="0"/>
                </a:moveTo>
                <a:lnTo>
                  <a:pt x="5326521" y="0"/>
                </a:lnTo>
                <a:cubicBezTo>
                  <a:pt x="5345408" y="0"/>
                  <a:pt x="5360718" y="15310"/>
                  <a:pt x="5360718" y="34197"/>
                </a:cubicBezTo>
                <a:lnTo>
                  <a:pt x="5360718" y="598488"/>
                </a:lnTo>
                <a:cubicBezTo>
                  <a:pt x="5360718" y="617374"/>
                  <a:pt x="5345408" y="632684"/>
                  <a:pt x="5326521" y="632684"/>
                </a:cubicBezTo>
                <a:lnTo>
                  <a:pt x="34197" y="632684"/>
                </a:lnTo>
                <a:cubicBezTo>
                  <a:pt x="15323" y="632684"/>
                  <a:pt x="0" y="617361"/>
                  <a:pt x="0" y="598488"/>
                </a:cubicBezTo>
                <a:lnTo>
                  <a:pt x="0" y="34197"/>
                </a:lnTo>
                <a:cubicBezTo>
                  <a:pt x="0" y="15323"/>
                  <a:pt x="15323" y="0"/>
                  <a:pt x="34197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4438" y="2599136"/>
            <a:ext cx="34199" cy="632684"/>
          </a:xfrm>
          <a:custGeom>
            <a:avLst/>
            <a:gdLst/>
            <a:ahLst/>
            <a:cxnLst/>
            <a:rect l="l" t="t" r="r" b="b"/>
            <a:pathLst>
              <a:path w="34199" h="632684">
                <a:moveTo>
                  <a:pt x="34199" y="0"/>
                </a:moveTo>
                <a:lnTo>
                  <a:pt x="34199" y="0"/>
                </a:lnTo>
                <a:lnTo>
                  <a:pt x="34199" y="632684"/>
                </a:lnTo>
                <a:lnTo>
                  <a:pt x="34199" y="632684"/>
                </a:lnTo>
                <a:cubicBezTo>
                  <a:pt x="15311" y="632684"/>
                  <a:pt x="0" y="617373"/>
                  <a:pt x="0" y="598485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4135" y="2701734"/>
            <a:ext cx="5206822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135" y="2958227"/>
            <a:ext cx="519827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将重复性工作模式编码为可复用资产,提升AI Agent的一致性和效率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6266" y="3629386"/>
            <a:ext cx="5659961" cy="2881279"/>
          </a:xfrm>
          <a:custGeom>
            <a:avLst/>
            <a:gdLst/>
            <a:ahLst/>
            <a:cxnLst/>
            <a:rect l="l" t="t" r="r" b="b"/>
            <a:pathLst>
              <a:path w="5659961" h="2881279">
                <a:moveTo>
                  <a:pt x="68402" y="0"/>
                </a:moveTo>
                <a:lnTo>
                  <a:pt x="5591559" y="0"/>
                </a:lnTo>
                <a:cubicBezTo>
                  <a:pt x="5629336" y="0"/>
                  <a:pt x="5659961" y="30624"/>
                  <a:pt x="5659961" y="68402"/>
                </a:cubicBezTo>
                <a:lnTo>
                  <a:pt x="5659961" y="2812878"/>
                </a:lnTo>
                <a:cubicBezTo>
                  <a:pt x="5659961" y="2850655"/>
                  <a:pt x="5629336" y="2881279"/>
                  <a:pt x="5591559" y="2881279"/>
                </a:cubicBezTo>
                <a:lnTo>
                  <a:pt x="68402" y="2881279"/>
                </a:lnTo>
                <a:cubicBezTo>
                  <a:pt x="30624" y="2881279"/>
                  <a:pt x="0" y="2850655"/>
                  <a:pt x="0" y="2812878"/>
                </a:cubicBezTo>
                <a:lnTo>
                  <a:pt x="0" y="68402"/>
                </a:lnTo>
                <a:cubicBezTo>
                  <a:pt x="0" y="30624"/>
                  <a:pt x="30624" y="0"/>
                  <a:pt x="68402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98025" y="3804656"/>
            <a:ext cx="192370" cy="170996"/>
          </a:xfrm>
          <a:custGeom>
            <a:avLst/>
            <a:gdLst/>
            <a:ahLst/>
            <a:cxnLst/>
            <a:rect l="l" t="t" r="r" b="b"/>
            <a:pathLst>
              <a:path w="192370" h="170996">
                <a:moveTo>
                  <a:pt x="16031" y="8015"/>
                </a:moveTo>
                <a:cubicBezTo>
                  <a:pt x="16031" y="3574"/>
                  <a:pt x="12457" y="0"/>
                  <a:pt x="8015" y="0"/>
                </a:cubicBezTo>
                <a:cubicBezTo>
                  <a:pt x="3574" y="0"/>
                  <a:pt x="0" y="3574"/>
                  <a:pt x="0" y="8015"/>
                </a:cubicBezTo>
                <a:lnTo>
                  <a:pt x="0" y="130919"/>
                </a:lnTo>
                <a:cubicBezTo>
                  <a:pt x="0" y="141239"/>
                  <a:pt x="8383" y="149621"/>
                  <a:pt x="18703" y="149621"/>
                </a:cubicBezTo>
                <a:lnTo>
                  <a:pt x="80154" y="149621"/>
                </a:lnTo>
                <a:lnTo>
                  <a:pt x="80154" y="133590"/>
                </a:lnTo>
                <a:lnTo>
                  <a:pt x="18703" y="133590"/>
                </a:lnTo>
                <a:cubicBezTo>
                  <a:pt x="17233" y="133590"/>
                  <a:pt x="16031" y="132388"/>
                  <a:pt x="16031" y="130919"/>
                </a:cubicBezTo>
                <a:lnTo>
                  <a:pt x="16031" y="53436"/>
                </a:lnTo>
                <a:lnTo>
                  <a:pt x="80154" y="53436"/>
                </a:lnTo>
                <a:lnTo>
                  <a:pt x="80154" y="37405"/>
                </a:lnTo>
                <a:lnTo>
                  <a:pt x="16031" y="37405"/>
                </a:lnTo>
                <a:lnTo>
                  <a:pt x="16031" y="8015"/>
                </a:lnTo>
                <a:close/>
                <a:moveTo>
                  <a:pt x="112216" y="74811"/>
                </a:moveTo>
                <a:lnTo>
                  <a:pt x="176339" y="74811"/>
                </a:lnTo>
                <a:cubicBezTo>
                  <a:pt x="185190" y="74811"/>
                  <a:pt x="192370" y="67630"/>
                  <a:pt x="192370" y="58780"/>
                </a:cubicBezTo>
                <a:lnTo>
                  <a:pt x="192370" y="26718"/>
                </a:lnTo>
                <a:cubicBezTo>
                  <a:pt x="192370" y="17868"/>
                  <a:pt x="185190" y="10687"/>
                  <a:pt x="176339" y="10687"/>
                </a:cubicBezTo>
                <a:lnTo>
                  <a:pt x="148720" y="10687"/>
                </a:lnTo>
                <a:cubicBezTo>
                  <a:pt x="145881" y="10687"/>
                  <a:pt x="143176" y="9552"/>
                  <a:pt x="141172" y="7548"/>
                </a:cubicBezTo>
                <a:lnTo>
                  <a:pt x="138300" y="4676"/>
                </a:lnTo>
                <a:cubicBezTo>
                  <a:pt x="135294" y="1670"/>
                  <a:pt x="131219" y="-33"/>
                  <a:pt x="126978" y="-33"/>
                </a:cubicBezTo>
                <a:lnTo>
                  <a:pt x="112216" y="0"/>
                </a:lnTo>
                <a:cubicBezTo>
                  <a:pt x="103366" y="0"/>
                  <a:pt x="96185" y="7180"/>
                  <a:pt x="96185" y="16031"/>
                </a:cubicBezTo>
                <a:lnTo>
                  <a:pt x="96185" y="58780"/>
                </a:lnTo>
                <a:cubicBezTo>
                  <a:pt x="96185" y="67630"/>
                  <a:pt x="103366" y="74811"/>
                  <a:pt x="112216" y="74811"/>
                </a:cubicBezTo>
                <a:close/>
                <a:moveTo>
                  <a:pt x="112216" y="170996"/>
                </a:moveTo>
                <a:lnTo>
                  <a:pt x="176339" y="170996"/>
                </a:lnTo>
                <a:cubicBezTo>
                  <a:pt x="185190" y="170996"/>
                  <a:pt x="192370" y="163815"/>
                  <a:pt x="192370" y="154965"/>
                </a:cubicBezTo>
                <a:lnTo>
                  <a:pt x="192370" y="122903"/>
                </a:lnTo>
                <a:cubicBezTo>
                  <a:pt x="192370" y="114053"/>
                  <a:pt x="185190" y="106872"/>
                  <a:pt x="176339" y="106872"/>
                </a:cubicBezTo>
                <a:lnTo>
                  <a:pt x="148720" y="106872"/>
                </a:lnTo>
                <a:cubicBezTo>
                  <a:pt x="145881" y="106872"/>
                  <a:pt x="143176" y="105737"/>
                  <a:pt x="141172" y="103733"/>
                </a:cubicBezTo>
                <a:lnTo>
                  <a:pt x="138300" y="100861"/>
                </a:lnTo>
                <a:cubicBezTo>
                  <a:pt x="135294" y="97855"/>
                  <a:pt x="131219" y="96152"/>
                  <a:pt x="126978" y="96152"/>
                </a:cubicBezTo>
                <a:lnTo>
                  <a:pt x="112216" y="96185"/>
                </a:lnTo>
                <a:cubicBezTo>
                  <a:pt x="103366" y="96185"/>
                  <a:pt x="96185" y="103366"/>
                  <a:pt x="96185" y="112216"/>
                </a:cubicBezTo>
                <a:lnTo>
                  <a:pt x="96185" y="154965"/>
                </a:lnTo>
                <a:cubicBezTo>
                  <a:pt x="96185" y="163815"/>
                  <a:pt x="103366" y="170996"/>
                  <a:pt x="112216" y="170996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3680" y="3770457"/>
            <a:ext cx="1154222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技能文件夹结构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7338" y="4112449"/>
            <a:ext cx="5377818" cy="512987"/>
          </a:xfrm>
          <a:custGeom>
            <a:avLst/>
            <a:gdLst/>
            <a:ahLst/>
            <a:cxnLst/>
            <a:rect l="l" t="t" r="r" b="b"/>
            <a:pathLst>
              <a:path w="5377818" h="512987">
                <a:moveTo>
                  <a:pt x="34201" y="0"/>
                </a:moveTo>
                <a:lnTo>
                  <a:pt x="5343617" y="0"/>
                </a:lnTo>
                <a:cubicBezTo>
                  <a:pt x="5362505" y="0"/>
                  <a:pt x="5377818" y="15312"/>
                  <a:pt x="5377818" y="34201"/>
                </a:cubicBezTo>
                <a:lnTo>
                  <a:pt x="5377818" y="478787"/>
                </a:lnTo>
                <a:cubicBezTo>
                  <a:pt x="5377818" y="497675"/>
                  <a:pt x="5362505" y="512987"/>
                  <a:pt x="5343617" y="512987"/>
                </a:cubicBezTo>
                <a:lnTo>
                  <a:pt x="34201" y="512987"/>
                </a:lnTo>
                <a:cubicBezTo>
                  <a:pt x="15312" y="512987"/>
                  <a:pt x="0" y="497675"/>
                  <a:pt x="0" y="478787"/>
                </a:cubicBezTo>
                <a:lnTo>
                  <a:pt x="0" y="34201"/>
                </a:lnTo>
                <a:cubicBezTo>
                  <a:pt x="0" y="15325"/>
                  <a:pt x="15325" y="0"/>
                  <a:pt x="3420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89935" y="4215046"/>
            <a:ext cx="102597" cy="136797"/>
          </a:xfrm>
          <a:custGeom>
            <a:avLst/>
            <a:gdLst/>
            <a:ahLst/>
            <a:cxnLst/>
            <a:rect l="l" t="t" r="r" b="b"/>
            <a:pathLst>
              <a:path w="102597" h="136797">
                <a:moveTo>
                  <a:pt x="0" y="17100"/>
                </a:moveTo>
                <a:cubicBezTo>
                  <a:pt x="0" y="7668"/>
                  <a:pt x="7668" y="0"/>
                  <a:pt x="17100" y="0"/>
                </a:cubicBezTo>
                <a:lnTo>
                  <a:pt x="57043" y="0"/>
                </a:lnTo>
                <a:cubicBezTo>
                  <a:pt x="61585" y="0"/>
                  <a:pt x="65940" y="1790"/>
                  <a:pt x="69146" y="4996"/>
                </a:cubicBezTo>
                <a:lnTo>
                  <a:pt x="97601" y="33478"/>
                </a:lnTo>
                <a:cubicBezTo>
                  <a:pt x="100807" y="36684"/>
                  <a:pt x="102597" y="41039"/>
                  <a:pt x="102597" y="45581"/>
                </a:cubicBezTo>
                <a:lnTo>
                  <a:pt x="102597" y="119697"/>
                </a:lnTo>
                <a:cubicBezTo>
                  <a:pt x="102597" y="129129"/>
                  <a:pt x="94929" y="136797"/>
                  <a:pt x="85498" y="136797"/>
                </a:cubicBezTo>
                <a:lnTo>
                  <a:pt x="17100" y="136797"/>
                </a:lnTo>
                <a:cubicBezTo>
                  <a:pt x="7668" y="136797"/>
                  <a:pt x="0" y="129129"/>
                  <a:pt x="0" y="119697"/>
                </a:cubicBezTo>
                <a:lnTo>
                  <a:pt x="0" y="17100"/>
                </a:lnTo>
                <a:close/>
                <a:moveTo>
                  <a:pt x="55574" y="15630"/>
                </a:moveTo>
                <a:lnTo>
                  <a:pt x="55574" y="40612"/>
                </a:lnTo>
                <a:cubicBezTo>
                  <a:pt x="55574" y="44165"/>
                  <a:pt x="58432" y="47024"/>
                  <a:pt x="61986" y="47024"/>
                </a:cubicBezTo>
                <a:lnTo>
                  <a:pt x="86967" y="47024"/>
                </a:lnTo>
                <a:lnTo>
                  <a:pt x="55574" y="15630"/>
                </a:lnTo>
                <a:close/>
                <a:moveTo>
                  <a:pt x="41199" y="78979"/>
                </a:moveTo>
                <a:cubicBezTo>
                  <a:pt x="43497" y="76280"/>
                  <a:pt x="43203" y="72246"/>
                  <a:pt x="40505" y="69948"/>
                </a:cubicBezTo>
                <a:cubicBezTo>
                  <a:pt x="37806" y="67650"/>
                  <a:pt x="33772" y="67944"/>
                  <a:pt x="31474" y="70643"/>
                </a:cubicBezTo>
                <a:lnTo>
                  <a:pt x="18649" y="85605"/>
                </a:lnTo>
                <a:cubicBezTo>
                  <a:pt x="16592" y="88009"/>
                  <a:pt x="16592" y="91536"/>
                  <a:pt x="18649" y="93941"/>
                </a:cubicBezTo>
                <a:lnTo>
                  <a:pt x="31474" y="108903"/>
                </a:lnTo>
                <a:cubicBezTo>
                  <a:pt x="33772" y="111601"/>
                  <a:pt x="37833" y="111895"/>
                  <a:pt x="40505" y="109598"/>
                </a:cubicBezTo>
                <a:cubicBezTo>
                  <a:pt x="43176" y="107300"/>
                  <a:pt x="43497" y="103239"/>
                  <a:pt x="41199" y="100567"/>
                </a:cubicBezTo>
                <a:lnTo>
                  <a:pt x="31955" y="89773"/>
                </a:lnTo>
                <a:lnTo>
                  <a:pt x="41199" y="78979"/>
                </a:lnTo>
                <a:close/>
                <a:moveTo>
                  <a:pt x="71124" y="70643"/>
                </a:moveTo>
                <a:cubicBezTo>
                  <a:pt x="68826" y="67944"/>
                  <a:pt x="64765" y="67650"/>
                  <a:pt x="62093" y="69948"/>
                </a:cubicBezTo>
                <a:cubicBezTo>
                  <a:pt x="59421" y="72246"/>
                  <a:pt x="59100" y="76307"/>
                  <a:pt x="61398" y="78979"/>
                </a:cubicBezTo>
                <a:lnTo>
                  <a:pt x="70643" y="89773"/>
                </a:lnTo>
                <a:lnTo>
                  <a:pt x="61398" y="100567"/>
                </a:lnTo>
                <a:cubicBezTo>
                  <a:pt x="59100" y="103265"/>
                  <a:pt x="59394" y="107300"/>
                  <a:pt x="62093" y="109598"/>
                </a:cubicBezTo>
                <a:cubicBezTo>
                  <a:pt x="64791" y="111895"/>
                  <a:pt x="68826" y="111601"/>
                  <a:pt x="71124" y="108903"/>
                </a:cubicBezTo>
                <a:lnTo>
                  <a:pt x="83948" y="93941"/>
                </a:lnTo>
                <a:cubicBezTo>
                  <a:pt x="86006" y="91536"/>
                  <a:pt x="86006" y="88009"/>
                  <a:pt x="83948" y="85605"/>
                </a:cubicBezTo>
                <a:lnTo>
                  <a:pt x="71124" y="70643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9330" y="4180847"/>
            <a:ext cx="2188746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330" y="4386042"/>
            <a:ext cx="2180196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必需 - 包含YAML前置元数据的说明文档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338" y="4693835"/>
            <a:ext cx="5377818" cy="512987"/>
          </a:xfrm>
          <a:custGeom>
            <a:avLst/>
            <a:gdLst/>
            <a:ahLst/>
            <a:cxnLst/>
            <a:rect l="l" t="t" r="r" b="b"/>
            <a:pathLst>
              <a:path w="5377818" h="512987">
                <a:moveTo>
                  <a:pt x="34201" y="0"/>
                </a:moveTo>
                <a:lnTo>
                  <a:pt x="5343617" y="0"/>
                </a:lnTo>
                <a:cubicBezTo>
                  <a:pt x="5362505" y="0"/>
                  <a:pt x="5377818" y="15312"/>
                  <a:pt x="5377818" y="34201"/>
                </a:cubicBezTo>
                <a:lnTo>
                  <a:pt x="5377818" y="478787"/>
                </a:lnTo>
                <a:cubicBezTo>
                  <a:pt x="5377818" y="497675"/>
                  <a:pt x="5362505" y="512987"/>
                  <a:pt x="5343617" y="512987"/>
                </a:cubicBezTo>
                <a:lnTo>
                  <a:pt x="34201" y="512987"/>
                </a:lnTo>
                <a:cubicBezTo>
                  <a:pt x="15312" y="512987"/>
                  <a:pt x="0" y="497675"/>
                  <a:pt x="0" y="478787"/>
                </a:cubicBezTo>
                <a:lnTo>
                  <a:pt x="0" y="34201"/>
                </a:lnTo>
                <a:cubicBezTo>
                  <a:pt x="0" y="15325"/>
                  <a:pt x="15325" y="0"/>
                  <a:pt x="3420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72836" y="479643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17100" y="119697"/>
                </a:moveTo>
                <a:lnTo>
                  <a:pt x="119697" y="119697"/>
                </a:lnTo>
                <a:cubicBezTo>
                  <a:pt x="129129" y="119697"/>
                  <a:pt x="136797" y="112029"/>
                  <a:pt x="136797" y="102597"/>
                </a:cubicBezTo>
                <a:lnTo>
                  <a:pt x="136797" y="38474"/>
                </a:lnTo>
                <a:cubicBezTo>
                  <a:pt x="136797" y="29043"/>
                  <a:pt x="129129" y="21374"/>
                  <a:pt x="119697" y="21374"/>
                </a:cubicBezTo>
                <a:lnTo>
                  <a:pt x="79807" y="21374"/>
                </a:lnTo>
                <a:cubicBezTo>
                  <a:pt x="77963" y="21374"/>
                  <a:pt x="76147" y="20787"/>
                  <a:pt x="74677" y="19665"/>
                </a:cubicBezTo>
                <a:lnTo>
                  <a:pt x="64417" y="11970"/>
                </a:lnTo>
                <a:cubicBezTo>
                  <a:pt x="61452" y="9752"/>
                  <a:pt x="57845" y="8550"/>
                  <a:pt x="54158" y="8550"/>
                </a:cubicBezTo>
                <a:lnTo>
                  <a:pt x="17100" y="8550"/>
                </a:lnTo>
                <a:cubicBezTo>
                  <a:pt x="7668" y="8550"/>
                  <a:pt x="0" y="16218"/>
                  <a:pt x="0" y="25649"/>
                </a:cubicBezTo>
                <a:lnTo>
                  <a:pt x="0" y="102597"/>
                </a:lnTo>
                <a:cubicBezTo>
                  <a:pt x="0" y="112029"/>
                  <a:pt x="7668" y="119697"/>
                  <a:pt x="17100" y="119697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30" y="4762233"/>
            <a:ext cx="1992101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scripts/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9330" y="4967428"/>
            <a:ext cx="198355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可选 - 可执行代码(Python、Bash等)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7338" y="5275220"/>
            <a:ext cx="5377818" cy="512987"/>
          </a:xfrm>
          <a:custGeom>
            <a:avLst/>
            <a:gdLst/>
            <a:ahLst/>
            <a:cxnLst/>
            <a:rect l="l" t="t" r="r" b="b"/>
            <a:pathLst>
              <a:path w="5377818" h="512987">
                <a:moveTo>
                  <a:pt x="34201" y="0"/>
                </a:moveTo>
                <a:lnTo>
                  <a:pt x="5343617" y="0"/>
                </a:lnTo>
                <a:cubicBezTo>
                  <a:pt x="5362505" y="0"/>
                  <a:pt x="5377818" y="15312"/>
                  <a:pt x="5377818" y="34201"/>
                </a:cubicBezTo>
                <a:lnTo>
                  <a:pt x="5377818" y="478787"/>
                </a:lnTo>
                <a:cubicBezTo>
                  <a:pt x="5377818" y="497675"/>
                  <a:pt x="5362505" y="512987"/>
                  <a:pt x="5343617" y="512987"/>
                </a:cubicBezTo>
                <a:lnTo>
                  <a:pt x="34201" y="512987"/>
                </a:lnTo>
                <a:cubicBezTo>
                  <a:pt x="15312" y="512987"/>
                  <a:pt x="0" y="497675"/>
                  <a:pt x="0" y="478787"/>
                </a:cubicBezTo>
                <a:lnTo>
                  <a:pt x="0" y="34201"/>
                </a:lnTo>
                <a:cubicBezTo>
                  <a:pt x="0" y="15325"/>
                  <a:pt x="15325" y="0"/>
                  <a:pt x="3420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81386" y="5377818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02597" y="136797"/>
                </a:moveTo>
                <a:lnTo>
                  <a:pt x="25649" y="136797"/>
                </a:lnTo>
                <a:cubicBezTo>
                  <a:pt x="11489" y="136797"/>
                  <a:pt x="0" y="125308"/>
                  <a:pt x="0" y="111147"/>
                </a:cubicBezTo>
                <a:lnTo>
                  <a:pt x="0" y="25649"/>
                </a:lnTo>
                <a:cubicBezTo>
                  <a:pt x="0" y="11489"/>
                  <a:pt x="11489" y="0"/>
                  <a:pt x="25649" y="0"/>
                </a:cubicBezTo>
                <a:lnTo>
                  <a:pt x="106872" y="0"/>
                </a:lnTo>
                <a:cubicBezTo>
                  <a:pt x="113953" y="0"/>
                  <a:pt x="119697" y="5744"/>
                  <a:pt x="119697" y="12825"/>
                </a:cubicBezTo>
                <a:lnTo>
                  <a:pt x="119697" y="89773"/>
                </a:lnTo>
                <a:cubicBezTo>
                  <a:pt x="119697" y="95357"/>
                  <a:pt x="116117" y="100113"/>
                  <a:pt x="111147" y="101876"/>
                </a:cubicBezTo>
                <a:lnTo>
                  <a:pt x="111147" y="119697"/>
                </a:lnTo>
                <a:cubicBezTo>
                  <a:pt x="115876" y="119697"/>
                  <a:pt x="119697" y="123518"/>
                  <a:pt x="119697" y="128247"/>
                </a:cubicBezTo>
                <a:cubicBezTo>
                  <a:pt x="119697" y="132976"/>
                  <a:pt x="115876" y="136797"/>
                  <a:pt x="111147" y="136797"/>
                </a:cubicBezTo>
                <a:lnTo>
                  <a:pt x="102597" y="136797"/>
                </a:lnTo>
                <a:close/>
                <a:moveTo>
                  <a:pt x="25649" y="102597"/>
                </a:moveTo>
                <a:cubicBezTo>
                  <a:pt x="20920" y="102597"/>
                  <a:pt x="17100" y="106418"/>
                  <a:pt x="17100" y="111147"/>
                </a:cubicBezTo>
                <a:cubicBezTo>
                  <a:pt x="17100" y="115876"/>
                  <a:pt x="20920" y="119697"/>
                  <a:pt x="25649" y="119697"/>
                </a:cubicBezTo>
                <a:lnTo>
                  <a:pt x="94048" y="119697"/>
                </a:lnTo>
                <a:lnTo>
                  <a:pt x="94048" y="102597"/>
                </a:lnTo>
                <a:lnTo>
                  <a:pt x="25649" y="102597"/>
                </a:lnTo>
                <a:close/>
                <a:moveTo>
                  <a:pt x="34199" y="40612"/>
                </a:moveTo>
                <a:cubicBezTo>
                  <a:pt x="34199" y="44165"/>
                  <a:pt x="37058" y="47024"/>
                  <a:pt x="40612" y="47024"/>
                </a:cubicBezTo>
                <a:lnTo>
                  <a:pt x="87635" y="47024"/>
                </a:lnTo>
                <a:cubicBezTo>
                  <a:pt x="91189" y="47024"/>
                  <a:pt x="94048" y="44165"/>
                  <a:pt x="94048" y="40612"/>
                </a:cubicBezTo>
                <a:cubicBezTo>
                  <a:pt x="94048" y="37058"/>
                  <a:pt x="91189" y="34199"/>
                  <a:pt x="87635" y="34199"/>
                </a:cubicBezTo>
                <a:lnTo>
                  <a:pt x="40612" y="34199"/>
                </a:lnTo>
                <a:cubicBezTo>
                  <a:pt x="37058" y="34199"/>
                  <a:pt x="34199" y="37058"/>
                  <a:pt x="34199" y="40612"/>
                </a:cubicBezTo>
                <a:close/>
                <a:moveTo>
                  <a:pt x="40612" y="59849"/>
                </a:moveTo>
                <a:cubicBezTo>
                  <a:pt x="37058" y="59849"/>
                  <a:pt x="34199" y="62707"/>
                  <a:pt x="34199" y="66261"/>
                </a:cubicBezTo>
                <a:cubicBezTo>
                  <a:pt x="34199" y="69814"/>
                  <a:pt x="37058" y="72673"/>
                  <a:pt x="40612" y="72673"/>
                </a:cubicBezTo>
                <a:lnTo>
                  <a:pt x="87635" y="72673"/>
                </a:lnTo>
                <a:cubicBezTo>
                  <a:pt x="91189" y="72673"/>
                  <a:pt x="94048" y="69814"/>
                  <a:pt x="94048" y="66261"/>
                </a:cubicBezTo>
                <a:cubicBezTo>
                  <a:pt x="94048" y="62707"/>
                  <a:pt x="91189" y="59849"/>
                  <a:pt x="87635" y="59849"/>
                </a:cubicBezTo>
                <a:lnTo>
                  <a:pt x="40612" y="59849"/>
                </a:ln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9330" y="5343619"/>
            <a:ext cx="150476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references/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9330" y="5548813"/>
            <a:ext cx="1496213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可选 - 按需加载的文档资料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7338" y="5856606"/>
            <a:ext cx="5377818" cy="512987"/>
          </a:xfrm>
          <a:custGeom>
            <a:avLst/>
            <a:gdLst/>
            <a:ahLst/>
            <a:cxnLst/>
            <a:rect l="l" t="t" r="r" b="b"/>
            <a:pathLst>
              <a:path w="5377818" h="512987">
                <a:moveTo>
                  <a:pt x="34201" y="0"/>
                </a:moveTo>
                <a:lnTo>
                  <a:pt x="5343617" y="0"/>
                </a:lnTo>
                <a:cubicBezTo>
                  <a:pt x="5362505" y="0"/>
                  <a:pt x="5377818" y="15312"/>
                  <a:pt x="5377818" y="34201"/>
                </a:cubicBezTo>
                <a:lnTo>
                  <a:pt x="5377818" y="478787"/>
                </a:lnTo>
                <a:cubicBezTo>
                  <a:pt x="5377818" y="497675"/>
                  <a:pt x="5362505" y="512987"/>
                  <a:pt x="5343617" y="512987"/>
                </a:cubicBezTo>
                <a:lnTo>
                  <a:pt x="34201" y="512987"/>
                </a:lnTo>
                <a:cubicBezTo>
                  <a:pt x="15312" y="512987"/>
                  <a:pt x="0" y="497675"/>
                  <a:pt x="0" y="478787"/>
                </a:cubicBezTo>
                <a:lnTo>
                  <a:pt x="0" y="34201"/>
                </a:lnTo>
                <a:cubicBezTo>
                  <a:pt x="0" y="15325"/>
                  <a:pt x="15325" y="0"/>
                  <a:pt x="3420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72836" y="5959203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136797" y="68398"/>
                </a:moveTo>
                <a:cubicBezTo>
                  <a:pt x="136797" y="68639"/>
                  <a:pt x="136797" y="68879"/>
                  <a:pt x="136797" y="69120"/>
                </a:cubicBezTo>
                <a:cubicBezTo>
                  <a:pt x="136690" y="78872"/>
                  <a:pt x="127819" y="85498"/>
                  <a:pt x="118067" y="85498"/>
                </a:cubicBezTo>
                <a:lnTo>
                  <a:pt x="91910" y="85498"/>
                </a:lnTo>
                <a:cubicBezTo>
                  <a:pt x="84830" y="85498"/>
                  <a:pt x="79086" y="91242"/>
                  <a:pt x="79086" y="98323"/>
                </a:cubicBezTo>
                <a:cubicBezTo>
                  <a:pt x="79086" y="99231"/>
                  <a:pt x="79192" y="100113"/>
                  <a:pt x="79353" y="100968"/>
                </a:cubicBezTo>
                <a:cubicBezTo>
                  <a:pt x="79914" y="103693"/>
                  <a:pt x="81089" y="106311"/>
                  <a:pt x="82238" y="108956"/>
                </a:cubicBezTo>
                <a:cubicBezTo>
                  <a:pt x="83868" y="112643"/>
                  <a:pt x="85471" y="116304"/>
                  <a:pt x="85471" y="120178"/>
                </a:cubicBezTo>
                <a:cubicBezTo>
                  <a:pt x="85471" y="128674"/>
                  <a:pt x="79700" y="136396"/>
                  <a:pt x="71204" y="136743"/>
                </a:cubicBezTo>
                <a:cubicBezTo>
                  <a:pt x="70269" y="136770"/>
                  <a:pt x="69333" y="136797"/>
                  <a:pt x="68372" y="136797"/>
                </a:cubicBezTo>
                <a:cubicBezTo>
                  <a:pt x="30592" y="136797"/>
                  <a:pt x="-27" y="106178"/>
                  <a:pt x="-27" y="68398"/>
                </a:cubicBezTo>
                <a:cubicBezTo>
                  <a:pt x="-27" y="30619"/>
                  <a:pt x="30619" y="0"/>
                  <a:pt x="68398" y="0"/>
                </a:cubicBezTo>
                <a:cubicBezTo>
                  <a:pt x="106178" y="0"/>
                  <a:pt x="136797" y="30619"/>
                  <a:pt x="136797" y="68398"/>
                </a:cubicBezTo>
                <a:close/>
                <a:moveTo>
                  <a:pt x="34199" y="76948"/>
                </a:moveTo>
                <a:cubicBezTo>
                  <a:pt x="34199" y="72229"/>
                  <a:pt x="30368" y="68398"/>
                  <a:pt x="25649" y="68398"/>
                </a:cubicBezTo>
                <a:cubicBezTo>
                  <a:pt x="20931" y="68398"/>
                  <a:pt x="17100" y="72229"/>
                  <a:pt x="17100" y="76948"/>
                </a:cubicBezTo>
                <a:cubicBezTo>
                  <a:pt x="17100" y="81667"/>
                  <a:pt x="20931" y="85498"/>
                  <a:pt x="25649" y="85498"/>
                </a:cubicBezTo>
                <a:cubicBezTo>
                  <a:pt x="30368" y="85498"/>
                  <a:pt x="34199" y="81667"/>
                  <a:pt x="34199" y="76948"/>
                </a:cubicBezTo>
                <a:close/>
                <a:moveTo>
                  <a:pt x="34199" y="51299"/>
                </a:moveTo>
                <a:cubicBezTo>
                  <a:pt x="38918" y="51299"/>
                  <a:pt x="42749" y="47468"/>
                  <a:pt x="42749" y="42749"/>
                </a:cubicBezTo>
                <a:cubicBezTo>
                  <a:pt x="42749" y="38030"/>
                  <a:pt x="38918" y="34199"/>
                  <a:pt x="34199" y="34199"/>
                </a:cubicBezTo>
                <a:cubicBezTo>
                  <a:pt x="29480" y="34199"/>
                  <a:pt x="25649" y="38030"/>
                  <a:pt x="25649" y="42749"/>
                </a:cubicBezTo>
                <a:cubicBezTo>
                  <a:pt x="25649" y="47468"/>
                  <a:pt x="29480" y="51299"/>
                  <a:pt x="34199" y="51299"/>
                </a:cubicBezTo>
                <a:close/>
                <a:moveTo>
                  <a:pt x="76948" y="25649"/>
                </a:moveTo>
                <a:cubicBezTo>
                  <a:pt x="76948" y="20931"/>
                  <a:pt x="73117" y="17100"/>
                  <a:pt x="68398" y="17100"/>
                </a:cubicBezTo>
                <a:cubicBezTo>
                  <a:pt x="63680" y="17100"/>
                  <a:pt x="59849" y="20931"/>
                  <a:pt x="59849" y="25649"/>
                </a:cubicBezTo>
                <a:cubicBezTo>
                  <a:pt x="59849" y="30368"/>
                  <a:pt x="63680" y="34199"/>
                  <a:pt x="68398" y="34199"/>
                </a:cubicBezTo>
                <a:cubicBezTo>
                  <a:pt x="73117" y="34199"/>
                  <a:pt x="76948" y="30368"/>
                  <a:pt x="76948" y="25649"/>
                </a:cubicBezTo>
                <a:close/>
                <a:moveTo>
                  <a:pt x="102597" y="51299"/>
                </a:moveTo>
                <a:cubicBezTo>
                  <a:pt x="107316" y="51299"/>
                  <a:pt x="111147" y="47468"/>
                  <a:pt x="111147" y="42749"/>
                </a:cubicBezTo>
                <a:cubicBezTo>
                  <a:pt x="111147" y="38030"/>
                  <a:pt x="107316" y="34199"/>
                  <a:pt x="102597" y="34199"/>
                </a:cubicBezTo>
                <a:cubicBezTo>
                  <a:pt x="97879" y="34199"/>
                  <a:pt x="94048" y="38030"/>
                  <a:pt x="94048" y="42749"/>
                </a:cubicBezTo>
                <a:cubicBezTo>
                  <a:pt x="94048" y="47468"/>
                  <a:pt x="97879" y="51299"/>
                  <a:pt x="102597" y="51299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9330" y="5925004"/>
            <a:ext cx="150476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assets/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9330" y="6130199"/>
            <a:ext cx="1496213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可选 - 模板、字体、图标等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4704" y="1132847"/>
            <a:ext cx="5659961" cy="3702059"/>
          </a:xfrm>
          <a:custGeom>
            <a:avLst/>
            <a:gdLst/>
            <a:ahLst/>
            <a:cxnLst/>
            <a:rect l="l" t="t" r="r" b="b"/>
            <a:pathLst>
              <a:path w="5659961" h="3702059">
                <a:moveTo>
                  <a:pt x="68414" y="0"/>
                </a:moveTo>
                <a:lnTo>
                  <a:pt x="5591547" y="0"/>
                </a:lnTo>
                <a:cubicBezTo>
                  <a:pt x="5629331" y="0"/>
                  <a:pt x="5659961" y="30630"/>
                  <a:pt x="5659961" y="68414"/>
                </a:cubicBezTo>
                <a:lnTo>
                  <a:pt x="5659961" y="3633645"/>
                </a:lnTo>
                <a:cubicBezTo>
                  <a:pt x="5659961" y="3671429"/>
                  <a:pt x="5629331" y="3702059"/>
                  <a:pt x="5591547" y="3702059"/>
                </a:cubicBezTo>
                <a:lnTo>
                  <a:pt x="68414" y="3702059"/>
                </a:lnTo>
                <a:cubicBezTo>
                  <a:pt x="30630" y="3702059"/>
                  <a:pt x="0" y="3671429"/>
                  <a:pt x="0" y="3633645"/>
                </a:cubicBezTo>
                <a:lnTo>
                  <a:pt x="0" y="68414"/>
                </a:lnTo>
                <a:cubicBezTo>
                  <a:pt x="0" y="30655"/>
                  <a:pt x="30655" y="0"/>
                  <a:pt x="68414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 w="12700">
            <a:solidFill>
              <a:srgbClr val="C4B7A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368525" y="1308118"/>
            <a:ext cx="128247" cy="170996"/>
          </a:xfrm>
          <a:custGeom>
            <a:avLst/>
            <a:gdLst/>
            <a:ahLst/>
            <a:cxnLst/>
            <a:rect l="l" t="t" r="r" b="b"/>
            <a:pathLst>
              <a:path w="128247" h="170996">
                <a:moveTo>
                  <a:pt x="83461" y="22310"/>
                </a:moveTo>
                <a:cubicBezTo>
                  <a:pt x="86934" y="17534"/>
                  <a:pt x="85865" y="10854"/>
                  <a:pt x="81089" y="7381"/>
                </a:cubicBezTo>
                <a:cubicBezTo>
                  <a:pt x="76314" y="3908"/>
                  <a:pt x="69634" y="4976"/>
                  <a:pt x="66161" y="9752"/>
                </a:cubicBezTo>
                <a:lnTo>
                  <a:pt x="30759" y="58412"/>
                </a:lnTo>
                <a:lnTo>
                  <a:pt x="18235" y="45888"/>
                </a:lnTo>
                <a:cubicBezTo>
                  <a:pt x="14060" y="41714"/>
                  <a:pt x="7281" y="41714"/>
                  <a:pt x="3106" y="45888"/>
                </a:cubicBezTo>
                <a:cubicBezTo>
                  <a:pt x="-1069" y="50063"/>
                  <a:pt x="-1069" y="56843"/>
                  <a:pt x="3106" y="61017"/>
                </a:cubicBezTo>
                <a:lnTo>
                  <a:pt x="24480" y="82392"/>
                </a:lnTo>
                <a:cubicBezTo>
                  <a:pt x="26685" y="84596"/>
                  <a:pt x="29757" y="85732"/>
                  <a:pt x="32863" y="85498"/>
                </a:cubicBezTo>
                <a:cubicBezTo>
                  <a:pt x="35969" y="85264"/>
                  <a:pt x="38841" y="83661"/>
                  <a:pt x="40678" y="81123"/>
                </a:cubicBezTo>
                <a:lnTo>
                  <a:pt x="83427" y="22343"/>
                </a:lnTo>
                <a:close/>
                <a:moveTo>
                  <a:pt x="126210" y="67730"/>
                </a:moveTo>
                <a:cubicBezTo>
                  <a:pt x="129683" y="62955"/>
                  <a:pt x="128614" y="56275"/>
                  <a:pt x="123838" y="52802"/>
                </a:cubicBezTo>
                <a:cubicBezTo>
                  <a:pt x="119063" y="49328"/>
                  <a:pt x="112383" y="50397"/>
                  <a:pt x="108910" y="55173"/>
                </a:cubicBezTo>
                <a:lnTo>
                  <a:pt x="52134" y="133223"/>
                </a:lnTo>
                <a:lnTo>
                  <a:pt x="28922" y="110012"/>
                </a:lnTo>
                <a:cubicBezTo>
                  <a:pt x="24748" y="105837"/>
                  <a:pt x="17968" y="105837"/>
                  <a:pt x="13793" y="110012"/>
                </a:cubicBezTo>
                <a:cubicBezTo>
                  <a:pt x="9619" y="114186"/>
                  <a:pt x="9619" y="120966"/>
                  <a:pt x="13793" y="125141"/>
                </a:cubicBezTo>
                <a:lnTo>
                  <a:pt x="45855" y="157203"/>
                </a:lnTo>
                <a:cubicBezTo>
                  <a:pt x="48059" y="159407"/>
                  <a:pt x="51132" y="160542"/>
                  <a:pt x="54238" y="160309"/>
                </a:cubicBezTo>
                <a:cubicBezTo>
                  <a:pt x="57344" y="160075"/>
                  <a:pt x="60216" y="158472"/>
                  <a:pt x="62053" y="155933"/>
                </a:cubicBezTo>
                <a:lnTo>
                  <a:pt x="126176" y="67764"/>
                </a:ln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642118" y="1273919"/>
            <a:ext cx="1650109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SKILLS有效性判断标准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5776" y="1821105"/>
            <a:ext cx="5377818" cy="615585"/>
          </a:xfrm>
          <a:custGeom>
            <a:avLst/>
            <a:gdLst/>
            <a:ahLst/>
            <a:cxnLst/>
            <a:rect l="l" t="t" r="r" b="b"/>
            <a:pathLst>
              <a:path w="5377818" h="615585">
                <a:moveTo>
                  <a:pt x="34202" y="0"/>
                </a:moveTo>
                <a:lnTo>
                  <a:pt x="5343616" y="0"/>
                </a:lnTo>
                <a:cubicBezTo>
                  <a:pt x="5362505" y="0"/>
                  <a:pt x="5377818" y="15313"/>
                  <a:pt x="5377818" y="34202"/>
                </a:cubicBezTo>
                <a:lnTo>
                  <a:pt x="5377818" y="581383"/>
                </a:lnTo>
                <a:cubicBezTo>
                  <a:pt x="5377818" y="600272"/>
                  <a:pt x="5362505" y="615585"/>
                  <a:pt x="5343616" y="615585"/>
                </a:cubicBezTo>
                <a:lnTo>
                  <a:pt x="34202" y="615585"/>
                </a:lnTo>
                <a:cubicBezTo>
                  <a:pt x="15313" y="615585"/>
                  <a:pt x="0" y="600272"/>
                  <a:pt x="0" y="581383"/>
                </a:cubicBezTo>
                <a:lnTo>
                  <a:pt x="0" y="34202"/>
                </a:lnTo>
                <a:cubicBezTo>
                  <a:pt x="0" y="15313"/>
                  <a:pt x="15313" y="0"/>
                  <a:pt x="3420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428373" y="1923703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0"/>
                </a:moveTo>
                <a:lnTo>
                  <a:pt x="102597" y="0"/>
                </a:lnTo>
                <a:cubicBezTo>
                  <a:pt x="159223" y="0"/>
                  <a:pt x="205195" y="45972"/>
                  <a:pt x="205195" y="102597"/>
                </a:cubicBezTo>
                <a:lnTo>
                  <a:pt x="205195" y="102597"/>
                </a:lnTo>
                <a:cubicBezTo>
                  <a:pt x="205195" y="159223"/>
                  <a:pt x="159223" y="205195"/>
                  <a:pt x="102597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398449" y="1923703"/>
            <a:ext cx="26504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01966" y="1923703"/>
            <a:ext cx="61558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触发测试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01966" y="2163097"/>
            <a:ext cx="495887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相关查询的技能触发率达到90%,对转述请求触发响应,不会在无关话题触发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25776" y="2847080"/>
            <a:ext cx="5377818" cy="615585"/>
          </a:xfrm>
          <a:custGeom>
            <a:avLst/>
            <a:gdLst/>
            <a:ahLst/>
            <a:cxnLst/>
            <a:rect l="l" t="t" r="r" b="b"/>
            <a:pathLst>
              <a:path w="5377818" h="615585">
                <a:moveTo>
                  <a:pt x="34202" y="0"/>
                </a:moveTo>
                <a:lnTo>
                  <a:pt x="5343616" y="0"/>
                </a:lnTo>
                <a:cubicBezTo>
                  <a:pt x="5362505" y="0"/>
                  <a:pt x="5377818" y="15313"/>
                  <a:pt x="5377818" y="34202"/>
                </a:cubicBezTo>
                <a:lnTo>
                  <a:pt x="5377818" y="581383"/>
                </a:lnTo>
                <a:cubicBezTo>
                  <a:pt x="5377818" y="600272"/>
                  <a:pt x="5362505" y="615585"/>
                  <a:pt x="5343616" y="615585"/>
                </a:cubicBezTo>
                <a:lnTo>
                  <a:pt x="34202" y="615585"/>
                </a:lnTo>
                <a:cubicBezTo>
                  <a:pt x="15313" y="615585"/>
                  <a:pt x="0" y="600272"/>
                  <a:pt x="0" y="581383"/>
                </a:cubicBezTo>
                <a:lnTo>
                  <a:pt x="0" y="34202"/>
                </a:lnTo>
                <a:cubicBezTo>
                  <a:pt x="0" y="15313"/>
                  <a:pt x="15313" y="0"/>
                  <a:pt x="3420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28373" y="2949677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0"/>
                </a:moveTo>
                <a:lnTo>
                  <a:pt x="102597" y="0"/>
                </a:lnTo>
                <a:cubicBezTo>
                  <a:pt x="159223" y="0"/>
                  <a:pt x="205195" y="45972"/>
                  <a:pt x="205195" y="102597"/>
                </a:cubicBezTo>
                <a:lnTo>
                  <a:pt x="205195" y="102597"/>
                </a:lnTo>
                <a:cubicBezTo>
                  <a:pt x="205195" y="159223"/>
                  <a:pt x="159223" y="205195"/>
                  <a:pt x="102597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398449" y="2949677"/>
            <a:ext cx="26504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01966" y="2949677"/>
            <a:ext cx="61558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01966" y="3189072"/>
            <a:ext cx="495887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有效输出生成,API调用成功,错误处理正常,边界情况已覆盖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5776" y="3873055"/>
            <a:ext cx="5377818" cy="615585"/>
          </a:xfrm>
          <a:custGeom>
            <a:avLst/>
            <a:gdLst/>
            <a:ahLst/>
            <a:cxnLst/>
            <a:rect l="l" t="t" r="r" b="b"/>
            <a:pathLst>
              <a:path w="5377818" h="615585">
                <a:moveTo>
                  <a:pt x="34202" y="0"/>
                </a:moveTo>
                <a:lnTo>
                  <a:pt x="5343616" y="0"/>
                </a:lnTo>
                <a:cubicBezTo>
                  <a:pt x="5362505" y="0"/>
                  <a:pt x="5377818" y="15313"/>
                  <a:pt x="5377818" y="34202"/>
                </a:cubicBezTo>
                <a:lnTo>
                  <a:pt x="5377818" y="581383"/>
                </a:lnTo>
                <a:cubicBezTo>
                  <a:pt x="5377818" y="600272"/>
                  <a:pt x="5362505" y="615585"/>
                  <a:pt x="5343616" y="615585"/>
                </a:cubicBezTo>
                <a:lnTo>
                  <a:pt x="34202" y="615585"/>
                </a:lnTo>
                <a:cubicBezTo>
                  <a:pt x="15313" y="615585"/>
                  <a:pt x="0" y="600272"/>
                  <a:pt x="0" y="581383"/>
                </a:cubicBezTo>
                <a:lnTo>
                  <a:pt x="0" y="34202"/>
                </a:lnTo>
                <a:cubicBezTo>
                  <a:pt x="0" y="15313"/>
                  <a:pt x="15313" y="0"/>
                  <a:pt x="3420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428373" y="3975652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0"/>
                </a:moveTo>
                <a:lnTo>
                  <a:pt x="102597" y="0"/>
                </a:lnTo>
                <a:cubicBezTo>
                  <a:pt x="159223" y="0"/>
                  <a:pt x="205195" y="45972"/>
                  <a:pt x="205195" y="102597"/>
                </a:cubicBezTo>
                <a:lnTo>
                  <a:pt x="205195" y="102597"/>
                </a:lnTo>
                <a:cubicBezTo>
                  <a:pt x="205195" y="159223"/>
                  <a:pt x="159223" y="205195"/>
                  <a:pt x="102597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398449" y="3975652"/>
            <a:ext cx="26504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01966" y="3975652"/>
            <a:ext cx="61558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性能对比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01966" y="4215046"/>
            <a:ext cx="495887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在X次工具调用中完成工作流程,每个工作流程零次API调用失败,多次测试结果一致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7529" y="4975978"/>
            <a:ext cx="5651411" cy="1538962"/>
          </a:xfrm>
          <a:custGeom>
            <a:avLst/>
            <a:gdLst/>
            <a:ahLst/>
            <a:cxnLst/>
            <a:rect l="l" t="t" r="r" b="b"/>
            <a:pathLst>
              <a:path w="5651411" h="1538962">
                <a:moveTo>
                  <a:pt x="34199" y="0"/>
                </a:moveTo>
                <a:lnTo>
                  <a:pt x="5583019" y="0"/>
                </a:lnTo>
                <a:cubicBezTo>
                  <a:pt x="5620791" y="0"/>
                  <a:pt x="5651411" y="30620"/>
                  <a:pt x="5651411" y="68391"/>
                </a:cubicBezTo>
                <a:lnTo>
                  <a:pt x="5651411" y="1470571"/>
                </a:lnTo>
                <a:cubicBezTo>
                  <a:pt x="5651411" y="1508342"/>
                  <a:pt x="5620791" y="1538962"/>
                  <a:pt x="5583019" y="1538962"/>
                </a:cubicBezTo>
                <a:lnTo>
                  <a:pt x="34199" y="1538962"/>
                </a:lnTo>
                <a:cubicBezTo>
                  <a:pt x="15311" y="1538962"/>
                  <a:pt x="0" y="1523651"/>
                  <a:pt x="0" y="1504763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197529" y="4975978"/>
            <a:ext cx="34199" cy="1538962"/>
          </a:xfrm>
          <a:custGeom>
            <a:avLst/>
            <a:gdLst/>
            <a:ahLst/>
            <a:cxnLst/>
            <a:rect l="l" t="t" r="r" b="b"/>
            <a:pathLst>
              <a:path w="34199" h="1538962">
                <a:moveTo>
                  <a:pt x="34199" y="0"/>
                </a:moveTo>
                <a:lnTo>
                  <a:pt x="34199" y="0"/>
                </a:lnTo>
                <a:lnTo>
                  <a:pt x="34199" y="1538962"/>
                </a:lnTo>
                <a:lnTo>
                  <a:pt x="34199" y="1538962"/>
                </a:lnTo>
                <a:cubicBezTo>
                  <a:pt x="15311" y="1538962"/>
                  <a:pt x="0" y="1523651"/>
                  <a:pt x="0" y="1504763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368525" y="5146973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17100" y="17100"/>
                </a:moveTo>
                <a:cubicBezTo>
                  <a:pt x="17100" y="12370"/>
                  <a:pt x="13279" y="8550"/>
                  <a:pt x="8550" y="8550"/>
                </a:cubicBezTo>
                <a:cubicBezTo>
                  <a:pt x="3821" y="8550"/>
                  <a:pt x="0" y="12370"/>
                  <a:pt x="0" y="17100"/>
                </a:cubicBezTo>
                <a:lnTo>
                  <a:pt x="0" y="106872"/>
                </a:lnTo>
                <a:cubicBezTo>
                  <a:pt x="0" y="118682"/>
                  <a:pt x="9565" y="128247"/>
                  <a:pt x="21374" y="128247"/>
                </a:cubicBezTo>
                <a:lnTo>
                  <a:pt x="128247" y="128247"/>
                </a:lnTo>
                <a:cubicBezTo>
                  <a:pt x="132976" y="128247"/>
                  <a:pt x="136797" y="124426"/>
                  <a:pt x="136797" y="119697"/>
                </a:cubicBezTo>
                <a:cubicBezTo>
                  <a:pt x="136797" y="114968"/>
                  <a:pt x="132976" y="111147"/>
                  <a:pt x="128247" y="111147"/>
                </a:cubicBezTo>
                <a:lnTo>
                  <a:pt x="21374" y="111147"/>
                </a:lnTo>
                <a:cubicBezTo>
                  <a:pt x="19023" y="111147"/>
                  <a:pt x="17100" y="109224"/>
                  <a:pt x="17100" y="106872"/>
                </a:cubicBezTo>
                <a:lnTo>
                  <a:pt x="17100" y="17100"/>
                </a:lnTo>
                <a:close/>
                <a:moveTo>
                  <a:pt x="125735" y="40237"/>
                </a:moveTo>
                <a:cubicBezTo>
                  <a:pt x="129075" y="36898"/>
                  <a:pt x="129075" y="31474"/>
                  <a:pt x="125735" y="28134"/>
                </a:cubicBezTo>
                <a:cubicBezTo>
                  <a:pt x="122396" y="24794"/>
                  <a:pt x="116972" y="24794"/>
                  <a:pt x="113632" y="28134"/>
                </a:cubicBezTo>
                <a:lnTo>
                  <a:pt x="85498" y="56295"/>
                </a:lnTo>
                <a:lnTo>
                  <a:pt x="70162" y="40986"/>
                </a:lnTo>
                <a:cubicBezTo>
                  <a:pt x="66822" y="37646"/>
                  <a:pt x="61398" y="37646"/>
                  <a:pt x="58058" y="40986"/>
                </a:cubicBezTo>
                <a:lnTo>
                  <a:pt x="32409" y="66635"/>
                </a:lnTo>
                <a:cubicBezTo>
                  <a:pt x="29069" y="69975"/>
                  <a:pt x="29069" y="75398"/>
                  <a:pt x="32409" y="78738"/>
                </a:cubicBezTo>
                <a:cubicBezTo>
                  <a:pt x="35749" y="82078"/>
                  <a:pt x="41173" y="82078"/>
                  <a:pt x="44512" y="78738"/>
                </a:cubicBezTo>
                <a:lnTo>
                  <a:pt x="64123" y="59127"/>
                </a:lnTo>
                <a:lnTo>
                  <a:pt x="79460" y="74463"/>
                </a:lnTo>
                <a:cubicBezTo>
                  <a:pt x="82799" y="77803"/>
                  <a:pt x="88223" y="77803"/>
                  <a:pt x="91563" y="74463"/>
                </a:cubicBezTo>
                <a:lnTo>
                  <a:pt x="125762" y="40264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590819" y="5112774"/>
            <a:ext cx="889178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性能对比示例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1425" y="5386367"/>
            <a:ext cx="2624785" cy="991776"/>
          </a:xfrm>
          <a:custGeom>
            <a:avLst/>
            <a:gdLst/>
            <a:ahLst/>
            <a:cxnLst/>
            <a:rect l="l" t="t" r="r" b="b"/>
            <a:pathLst>
              <a:path w="2624785" h="991776">
                <a:moveTo>
                  <a:pt x="34196" y="0"/>
                </a:moveTo>
                <a:lnTo>
                  <a:pt x="2590589" y="0"/>
                </a:lnTo>
                <a:cubicBezTo>
                  <a:pt x="2609475" y="0"/>
                  <a:pt x="2624785" y="15310"/>
                  <a:pt x="2624785" y="34196"/>
                </a:cubicBezTo>
                <a:lnTo>
                  <a:pt x="2624785" y="957579"/>
                </a:lnTo>
                <a:cubicBezTo>
                  <a:pt x="2624785" y="976465"/>
                  <a:pt x="2609475" y="991776"/>
                  <a:pt x="2590589" y="991776"/>
                </a:cubicBezTo>
                <a:lnTo>
                  <a:pt x="34196" y="991776"/>
                </a:lnTo>
                <a:cubicBezTo>
                  <a:pt x="15310" y="991776"/>
                  <a:pt x="0" y="976465"/>
                  <a:pt x="0" y="957579"/>
                </a:cubicBezTo>
                <a:lnTo>
                  <a:pt x="0" y="34196"/>
                </a:lnTo>
                <a:cubicBezTo>
                  <a:pt x="0" y="15310"/>
                  <a:pt x="15310" y="0"/>
                  <a:pt x="34196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454022" y="5488965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没技能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54022" y="5694160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用户每次提供指令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54022" y="5899355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15次来回对话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54022" y="6104550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3次失败API调用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82548" y="5386367"/>
            <a:ext cx="2624785" cy="991776"/>
          </a:xfrm>
          <a:custGeom>
            <a:avLst/>
            <a:gdLst/>
            <a:ahLst/>
            <a:cxnLst/>
            <a:rect l="l" t="t" r="r" b="b"/>
            <a:pathLst>
              <a:path w="2624785" h="991776">
                <a:moveTo>
                  <a:pt x="34196" y="0"/>
                </a:moveTo>
                <a:lnTo>
                  <a:pt x="2590589" y="0"/>
                </a:lnTo>
                <a:cubicBezTo>
                  <a:pt x="2609475" y="0"/>
                  <a:pt x="2624785" y="15310"/>
                  <a:pt x="2624785" y="34196"/>
                </a:cubicBezTo>
                <a:lnTo>
                  <a:pt x="2624785" y="957579"/>
                </a:lnTo>
                <a:cubicBezTo>
                  <a:pt x="2624785" y="976465"/>
                  <a:pt x="2609475" y="991776"/>
                  <a:pt x="2590589" y="991776"/>
                </a:cubicBezTo>
                <a:lnTo>
                  <a:pt x="34196" y="991776"/>
                </a:lnTo>
                <a:cubicBezTo>
                  <a:pt x="15310" y="991776"/>
                  <a:pt x="0" y="976465"/>
                  <a:pt x="0" y="957579"/>
                </a:cubicBezTo>
                <a:lnTo>
                  <a:pt x="0" y="34196"/>
                </a:lnTo>
                <a:cubicBezTo>
                  <a:pt x="0" y="15310"/>
                  <a:pt x="15310" y="0"/>
                  <a:pt x="34196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9185146" y="5488965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有技能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85146" y="5694160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自动工作流执行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85146" y="5899355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仅限2个对话澄清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185146" y="6104550"/>
            <a:ext cx="247943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0次API调用失败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352625"/>
            <a:ext cx="52894" cy="352625"/>
          </a:xfrm>
          <a:custGeom>
            <a:avLst/>
            <a:gdLst/>
            <a:ahLst/>
            <a:cxnLst/>
            <a:rect l="l" t="t" r="r" b="b"/>
            <a:pathLst>
              <a:path w="52894" h="352625">
                <a:moveTo>
                  <a:pt x="0" y="0"/>
                </a:moveTo>
                <a:lnTo>
                  <a:pt x="52894" y="0"/>
                </a:lnTo>
                <a:lnTo>
                  <a:pt x="52894" y="352625"/>
                </a:lnTo>
                <a:lnTo>
                  <a:pt x="0" y="352625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11306" y="352625"/>
            <a:ext cx="4645831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SKILLS三级渐进式信息呈现系统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937" y="775774"/>
            <a:ext cx="1138977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核心设计原则 - 从元数据到完整说明,按需加载的智能分层架构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033" y="1168069"/>
            <a:ext cx="3729007" cy="3905319"/>
          </a:xfrm>
          <a:custGeom>
            <a:avLst/>
            <a:gdLst/>
            <a:ahLst/>
            <a:cxnLst/>
            <a:rect l="l" t="t" r="r" b="b"/>
            <a:pathLst>
              <a:path w="3729007" h="3905319">
                <a:moveTo>
                  <a:pt x="70516" y="0"/>
                </a:moveTo>
                <a:lnTo>
                  <a:pt x="3658491" y="0"/>
                </a:lnTo>
                <a:cubicBezTo>
                  <a:pt x="3697436" y="0"/>
                  <a:pt x="3729007" y="31571"/>
                  <a:pt x="3729007" y="70516"/>
                </a:cubicBezTo>
                <a:lnTo>
                  <a:pt x="3729007" y="3834803"/>
                </a:lnTo>
                <a:cubicBezTo>
                  <a:pt x="3729007" y="3873748"/>
                  <a:pt x="3697436" y="3905319"/>
                  <a:pt x="3658491" y="3905319"/>
                </a:cubicBezTo>
                <a:lnTo>
                  <a:pt x="70516" y="3905319"/>
                </a:lnTo>
                <a:cubicBezTo>
                  <a:pt x="31571" y="3905319"/>
                  <a:pt x="0" y="3873748"/>
                  <a:pt x="0" y="3834803"/>
                </a:cubicBezTo>
                <a:lnTo>
                  <a:pt x="0" y="70516"/>
                </a:lnTo>
                <a:cubicBezTo>
                  <a:pt x="0" y="31597"/>
                  <a:pt x="31597" y="0"/>
                  <a:pt x="70516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490" y="1313527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4091" y="1366421"/>
            <a:ext cx="15868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902" y="1366421"/>
            <a:ext cx="130471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YAML前置元数据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490" y="1771939"/>
            <a:ext cx="3438091" cy="669987"/>
          </a:xfrm>
          <a:custGeom>
            <a:avLst/>
            <a:gdLst/>
            <a:ahLst/>
            <a:cxnLst/>
            <a:rect l="l" t="t" r="r" b="b"/>
            <a:pathLst>
              <a:path w="3438091" h="669987">
                <a:moveTo>
                  <a:pt x="35261" y="0"/>
                </a:moveTo>
                <a:lnTo>
                  <a:pt x="3402830" y="0"/>
                </a:lnTo>
                <a:cubicBezTo>
                  <a:pt x="3422304" y="0"/>
                  <a:pt x="3438091" y="15787"/>
                  <a:pt x="3438091" y="35261"/>
                </a:cubicBezTo>
                <a:lnTo>
                  <a:pt x="3438091" y="634726"/>
                </a:lnTo>
                <a:cubicBezTo>
                  <a:pt x="3438091" y="654200"/>
                  <a:pt x="3422304" y="669987"/>
                  <a:pt x="3402830" y="669987"/>
                </a:cubicBezTo>
                <a:lnTo>
                  <a:pt x="35261" y="669987"/>
                </a:lnTo>
                <a:cubicBezTo>
                  <a:pt x="15787" y="669987"/>
                  <a:pt x="0" y="654200"/>
                  <a:pt x="0" y="634726"/>
                </a:cubicBezTo>
                <a:lnTo>
                  <a:pt x="0" y="35261"/>
                </a:lnTo>
                <a:cubicBezTo>
                  <a:pt x="0" y="15787"/>
                  <a:pt x="15787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08278" y="1877727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加载时机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278" y="2124564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始终加载在系统提示中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490" y="2547714"/>
            <a:ext cx="3438091" cy="881562"/>
          </a:xfrm>
          <a:custGeom>
            <a:avLst/>
            <a:gdLst/>
            <a:ahLst/>
            <a:cxnLst/>
            <a:rect l="l" t="t" r="r" b="b"/>
            <a:pathLst>
              <a:path w="3438091" h="881562">
                <a:moveTo>
                  <a:pt x="35262" y="0"/>
                </a:moveTo>
                <a:lnTo>
                  <a:pt x="3402829" y="0"/>
                </a:lnTo>
                <a:cubicBezTo>
                  <a:pt x="3422304" y="0"/>
                  <a:pt x="3438091" y="15788"/>
                  <a:pt x="3438091" y="35262"/>
                </a:cubicBezTo>
                <a:lnTo>
                  <a:pt x="3438091" y="846299"/>
                </a:lnTo>
                <a:cubicBezTo>
                  <a:pt x="3438091" y="865774"/>
                  <a:pt x="3422304" y="881562"/>
                  <a:pt x="3402829" y="881562"/>
                </a:cubicBezTo>
                <a:lnTo>
                  <a:pt x="35262" y="881562"/>
                </a:lnTo>
                <a:cubicBezTo>
                  <a:pt x="15788" y="881562"/>
                  <a:pt x="0" y="865774"/>
                  <a:pt x="0" y="846299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08278" y="2653501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核心作用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278" y="2900338"/>
            <a:ext cx="3297041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提供刚好足够的信息让Claude知晓何时应调用各项技能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6898" y="3539471"/>
            <a:ext cx="3429275" cy="1384052"/>
          </a:xfrm>
          <a:custGeom>
            <a:avLst/>
            <a:gdLst/>
            <a:ahLst/>
            <a:cxnLst/>
            <a:rect l="l" t="t" r="r" b="b"/>
            <a:pathLst>
              <a:path w="3429275" h="1384052">
                <a:moveTo>
                  <a:pt x="35266" y="0"/>
                </a:moveTo>
                <a:lnTo>
                  <a:pt x="3394010" y="0"/>
                </a:lnTo>
                <a:cubicBezTo>
                  <a:pt x="3413487" y="0"/>
                  <a:pt x="3429275" y="15789"/>
                  <a:pt x="3429275" y="35266"/>
                </a:cubicBezTo>
                <a:lnTo>
                  <a:pt x="3429275" y="1348786"/>
                </a:lnTo>
                <a:cubicBezTo>
                  <a:pt x="3429275" y="1368263"/>
                  <a:pt x="3413487" y="1384052"/>
                  <a:pt x="3394010" y="1384052"/>
                </a:cubicBezTo>
                <a:lnTo>
                  <a:pt x="35266" y="1384052"/>
                </a:lnTo>
                <a:cubicBezTo>
                  <a:pt x="15802" y="1384052"/>
                  <a:pt x="0" y="1368250"/>
                  <a:pt x="0" y="1348786"/>
                </a:cubicBezTo>
                <a:lnTo>
                  <a:pt x="0" y="35266"/>
                </a:lnTo>
                <a:cubicBezTo>
                  <a:pt x="0" y="15789"/>
                  <a:pt x="15789" y="0"/>
                  <a:pt x="35266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 w="12700">
            <a:solidFill>
              <a:srgbClr val="4A7C59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7093" y="3649666"/>
            <a:ext cx="3279410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weather示例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093" y="3940581"/>
            <a:ext cx="2011338" cy="855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--- name: weather description: 天气查询与预报... tags: 天气,日常,出行 ---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3287" y="1168069"/>
            <a:ext cx="3729007" cy="3905319"/>
          </a:xfrm>
          <a:custGeom>
            <a:avLst/>
            <a:gdLst/>
            <a:ahLst/>
            <a:cxnLst/>
            <a:rect l="l" t="t" r="r" b="b"/>
            <a:pathLst>
              <a:path w="3729007" h="3905319">
                <a:moveTo>
                  <a:pt x="70516" y="0"/>
                </a:moveTo>
                <a:lnTo>
                  <a:pt x="3658491" y="0"/>
                </a:lnTo>
                <a:cubicBezTo>
                  <a:pt x="3697436" y="0"/>
                  <a:pt x="3729007" y="31571"/>
                  <a:pt x="3729007" y="70516"/>
                </a:cubicBezTo>
                <a:lnTo>
                  <a:pt x="3729007" y="3834803"/>
                </a:lnTo>
                <a:cubicBezTo>
                  <a:pt x="3729007" y="3873748"/>
                  <a:pt x="3697436" y="3905319"/>
                  <a:pt x="3658491" y="3905319"/>
                </a:cubicBezTo>
                <a:lnTo>
                  <a:pt x="70516" y="3905319"/>
                </a:lnTo>
                <a:cubicBezTo>
                  <a:pt x="31571" y="3905319"/>
                  <a:pt x="0" y="3873748"/>
                  <a:pt x="0" y="3834803"/>
                </a:cubicBezTo>
                <a:lnTo>
                  <a:pt x="0" y="70516"/>
                </a:lnTo>
                <a:cubicBezTo>
                  <a:pt x="0" y="31597"/>
                  <a:pt x="31597" y="0"/>
                  <a:pt x="70516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378745" y="1313527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05470" y="1366421"/>
            <a:ext cx="18512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37157" y="1366421"/>
            <a:ext cx="108432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SKILL.md主体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8745" y="1771939"/>
            <a:ext cx="3438091" cy="669987"/>
          </a:xfrm>
          <a:custGeom>
            <a:avLst/>
            <a:gdLst/>
            <a:ahLst/>
            <a:cxnLst/>
            <a:rect l="l" t="t" r="r" b="b"/>
            <a:pathLst>
              <a:path w="3438091" h="669987">
                <a:moveTo>
                  <a:pt x="35261" y="0"/>
                </a:moveTo>
                <a:lnTo>
                  <a:pt x="3402830" y="0"/>
                </a:lnTo>
                <a:cubicBezTo>
                  <a:pt x="3422304" y="0"/>
                  <a:pt x="3438091" y="15787"/>
                  <a:pt x="3438091" y="35261"/>
                </a:cubicBezTo>
                <a:lnTo>
                  <a:pt x="3438091" y="634726"/>
                </a:lnTo>
                <a:cubicBezTo>
                  <a:pt x="3438091" y="654200"/>
                  <a:pt x="3422304" y="669987"/>
                  <a:pt x="3402830" y="669987"/>
                </a:cubicBezTo>
                <a:lnTo>
                  <a:pt x="35261" y="669987"/>
                </a:lnTo>
                <a:cubicBezTo>
                  <a:pt x="15787" y="669987"/>
                  <a:pt x="0" y="654200"/>
                  <a:pt x="0" y="634726"/>
                </a:cubicBezTo>
                <a:lnTo>
                  <a:pt x="0" y="35261"/>
                </a:lnTo>
                <a:cubicBezTo>
                  <a:pt x="0" y="15787"/>
                  <a:pt x="15787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484533" y="1877727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加载时机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84533" y="2124564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系统认为该技能与当前任务相关时加载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8745" y="2627054"/>
            <a:ext cx="3438091" cy="669987"/>
          </a:xfrm>
          <a:custGeom>
            <a:avLst/>
            <a:gdLst/>
            <a:ahLst/>
            <a:cxnLst/>
            <a:rect l="l" t="t" r="r" b="b"/>
            <a:pathLst>
              <a:path w="3438091" h="669987">
                <a:moveTo>
                  <a:pt x="35261" y="0"/>
                </a:moveTo>
                <a:lnTo>
                  <a:pt x="3402830" y="0"/>
                </a:lnTo>
                <a:cubicBezTo>
                  <a:pt x="3422304" y="0"/>
                  <a:pt x="3438091" y="15787"/>
                  <a:pt x="3438091" y="35261"/>
                </a:cubicBezTo>
                <a:lnTo>
                  <a:pt x="3438091" y="634726"/>
                </a:lnTo>
                <a:cubicBezTo>
                  <a:pt x="3438091" y="654200"/>
                  <a:pt x="3422304" y="669987"/>
                  <a:pt x="3402830" y="669987"/>
                </a:cubicBezTo>
                <a:lnTo>
                  <a:pt x="35261" y="669987"/>
                </a:lnTo>
                <a:cubicBezTo>
                  <a:pt x="15787" y="669987"/>
                  <a:pt x="0" y="654200"/>
                  <a:pt x="0" y="634726"/>
                </a:cubicBezTo>
                <a:lnTo>
                  <a:pt x="0" y="35261"/>
                </a:lnTo>
                <a:cubicBezTo>
                  <a:pt x="0" y="15787"/>
                  <a:pt x="15787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484533" y="2732842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核心作用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4533" y="2979679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包含完整的操作说明和指导内容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8745" y="3482169"/>
            <a:ext cx="3438091" cy="1445761"/>
          </a:xfrm>
          <a:custGeom>
            <a:avLst/>
            <a:gdLst/>
            <a:ahLst/>
            <a:cxnLst/>
            <a:rect l="l" t="t" r="r" b="b"/>
            <a:pathLst>
              <a:path w="3438091" h="1445761">
                <a:moveTo>
                  <a:pt x="35262" y="0"/>
                </a:moveTo>
                <a:lnTo>
                  <a:pt x="3402829" y="0"/>
                </a:lnTo>
                <a:cubicBezTo>
                  <a:pt x="3422304" y="0"/>
                  <a:pt x="3438091" y="15787"/>
                  <a:pt x="3438091" y="35262"/>
                </a:cubicBezTo>
                <a:lnTo>
                  <a:pt x="3438091" y="1410499"/>
                </a:lnTo>
                <a:cubicBezTo>
                  <a:pt x="3438091" y="1429974"/>
                  <a:pt x="3422304" y="1445761"/>
                  <a:pt x="3402829" y="1445761"/>
                </a:cubicBezTo>
                <a:lnTo>
                  <a:pt x="35262" y="1445761"/>
                </a:lnTo>
                <a:cubicBezTo>
                  <a:pt x="15787" y="1445761"/>
                  <a:pt x="0" y="1429974"/>
                  <a:pt x="0" y="1410499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484533" y="3587957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天气查询示例内容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4533" y="3870056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命令行调用方式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84533" y="4116894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AI调用场景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84533" y="4363731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备用方式(curl)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84533" y="4610568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注意事项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9542" y="1168069"/>
            <a:ext cx="3729007" cy="3905319"/>
          </a:xfrm>
          <a:custGeom>
            <a:avLst/>
            <a:gdLst/>
            <a:ahLst/>
            <a:cxnLst/>
            <a:rect l="l" t="t" r="r" b="b"/>
            <a:pathLst>
              <a:path w="3729007" h="3905319">
                <a:moveTo>
                  <a:pt x="70516" y="0"/>
                </a:moveTo>
                <a:lnTo>
                  <a:pt x="3658491" y="0"/>
                </a:lnTo>
                <a:cubicBezTo>
                  <a:pt x="3697436" y="0"/>
                  <a:pt x="3729007" y="31571"/>
                  <a:pt x="3729007" y="70516"/>
                </a:cubicBezTo>
                <a:lnTo>
                  <a:pt x="3729007" y="3834803"/>
                </a:lnTo>
                <a:cubicBezTo>
                  <a:pt x="3729007" y="3873748"/>
                  <a:pt x="3697436" y="3905319"/>
                  <a:pt x="3658491" y="3905319"/>
                </a:cubicBezTo>
                <a:lnTo>
                  <a:pt x="70516" y="3905319"/>
                </a:lnTo>
                <a:cubicBezTo>
                  <a:pt x="31571" y="3905319"/>
                  <a:pt x="0" y="3873748"/>
                  <a:pt x="0" y="3834803"/>
                </a:cubicBezTo>
                <a:lnTo>
                  <a:pt x="0" y="70516"/>
                </a:lnTo>
                <a:cubicBezTo>
                  <a:pt x="0" y="31597"/>
                  <a:pt x="31597" y="0"/>
                  <a:pt x="70516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 w="12700">
            <a:solidFill>
              <a:srgbClr val="C4B7A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55000" y="1313527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379383" y="1366421"/>
            <a:ext cx="19394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13412" y="1366421"/>
            <a:ext cx="71406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链接文件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55000" y="1771939"/>
            <a:ext cx="3438091" cy="669987"/>
          </a:xfrm>
          <a:custGeom>
            <a:avLst/>
            <a:gdLst/>
            <a:ahLst/>
            <a:cxnLst/>
            <a:rect l="l" t="t" r="r" b="b"/>
            <a:pathLst>
              <a:path w="3438091" h="669987">
                <a:moveTo>
                  <a:pt x="35261" y="0"/>
                </a:moveTo>
                <a:lnTo>
                  <a:pt x="3402830" y="0"/>
                </a:lnTo>
                <a:cubicBezTo>
                  <a:pt x="3422304" y="0"/>
                  <a:pt x="3438091" y="15787"/>
                  <a:pt x="3438091" y="35261"/>
                </a:cubicBezTo>
                <a:lnTo>
                  <a:pt x="3438091" y="634726"/>
                </a:lnTo>
                <a:cubicBezTo>
                  <a:pt x="3438091" y="654200"/>
                  <a:pt x="3422304" y="669987"/>
                  <a:pt x="3402830" y="669987"/>
                </a:cubicBezTo>
                <a:lnTo>
                  <a:pt x="35261" y="669987"/>
                </a:lnTo>
                <a:cubicBezTo>
                  <a:pt x="15787" y="669987"/>
                  <a:pt x="0" y="654200"/>
                  <a:pt x="0" y="634726"/>
                </a:cubicBezTo>
                <a:lnTo>
                  <a:pt x="0" y="35261"/>
                </a:lnTo>
                <a:cubicBezTo>
                  <a:pt x="0" y="15787"/>
                  <a:pt x="15787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60787" y="1877727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加载时机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60787" y="2124564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根据需要选择性导航和发现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5000" y="2750473"/>
            <a:ext cx="3438091" cy="669987"/>
          </a:xfrm>
          <a:custGeom>
            <a:avLst/>
            <a:gdLst/>
            <a:ahLst/>
            <a:cxnLst/>
            <a:rect l="l" t="t" r="r" b="b"/>
            <a:pathLst>
              <a:path w="3438091" h="669987">
                <a:moveTo>
                  <a:pt x="35261" y="0"/>
                </a:moveTo>
                <a:lnTo>
                  <a:pt x="3402830" y="0"/>
                </a:lnTo>
                <a:cubicBezTo>
                  <a:pt x="3422304" y="0"/>
                  <a:pt x="3438091" y="15787"/>
                  <a:pt x="3438091" y="35261"/>
                </a:cubicBezTo>
                <a:lnTo>
                  <a:pt x="3438091" y="634726"/>
                </a:lnTo>
                <a:cubicBezTo>
                  <a:pt x="3438091" y="654200"/>
                  <a:pt x="3422304" y="669987"/>
                  <a:pt x="3402830" y="669987"/>
                </a:cubicBezTo>
                <a:lnTo>
                  <a:pt x="35261" y="669987"/>
                </a:lnTo>
                <a:cubicBezTo>
                  <a:pt x="15787" y="669987"/>
                  <a:pt x="0" y="654200"/>
                  <a:pt x="0" y="634726"/>
                </a:cubicBezTo>
                <a:lnTo>
                  <a:pt x="0" y="35261"/>
                </a:lnTo>
                <a:cubicBezTo>
                  <a:pt x="0" y="15787"/>
                  <a:pt x="15787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360787" y="2856260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核心作用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60787" y="3103098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技能目录内捆绑的附加文件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55000" y="3729007"/>
            <a:ext cx="3438091" cy="1198924"/>
          </a:xfrm>
          <a:custGeom>
            <a:avLst/>
            <a:gdLst/>
            <a:ahLst/>
            <a:cxnLst/>
            <a:rect l="l" t="t" r="r" b="b"/>
            <a:pathLst>
              <a:path w="3438091" h="1198924">
                <a:moveTo>
                  <a:pt x="35260" y="0"/>
                </a:moveTo>
                <a:lnTo>
                  <a:pt x="3402831" y="0"/>
                </a:lnTo>
                <a:cubicBezTo>
                  <a:pt x="3422305" y="0"/>
                  <a:pt x="3438091" y="15787"/>
                  <a:pt x="3438091" y="35260"/>
                </a:cubicBezTo>
                <a:lnTo>
                  <a:pt x="3438091" y="1163664"/>
                </a:lnTo>
                <a:cubicBezTo>
                  <a:pt x="3438091" y="1183137"/>
                  <a:pt x="3422305" y="1198924"/>
                  <a:pt x="3402831" y="1198924"/>
                </a:cubicBezTo>
                <a:lnTo>
                  <a:pt x="35260" y="1198924"/>
                </a:lnTo>
                <a:cubicBezTo>
                  <a:pt x="15800" y="1198924"/>
                  <a:pt x="0" y="1183124"/>
                  <a:pt x="0" y="1163664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360787" y="3834794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references/示例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60787" y="4116894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api-guide.md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60787" y="4363731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examples/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0787" y="4610568"/>
            <a:ext cx="329704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11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templates/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57033" y="5223254"/>
            <a:ext cx="11477935" cy="1278265"/>
          </a:xfrm>
          <a:custGeom>
            <a:avLst/>
            <a:gdLst/>
            <a:ahLst/>
            <a:cxnLst/>
            <a:rect l="l" t="t" r="r" b="b"/>
            <a:pathLst>
              <a:path w="11477935" h="1278265">
                <a:moveTo>
                  <a:pt x="70522" y="0"/>
                </a:moveTo>
                <a:lnTo>
                  <a:pt x="11407413" y="0"/>
                </a:lnTo>
                <a:cubicBezTo>
                  <a:pt x="11446361" y="0"/>
                  <a:pt x="11477935" y="31574"/>
                  <a:pt x="11477935" y="70522"/>
                </a:cubicBezTo>
                <a:lnTo>
                  <a:pt x="11477935" y="1207743"/>
                </a:lnTo>
                <a:cubicBezTo>
                  <a:pt x="11477935" y="1246691"/>
                  <a:pt x="11446361" y="1278265"/>
                  <a:pt x="11407413" y="1278265"/>
                </a:cubicBezTo>
                <a:lnTo>
                  <a:pt x="70522" y="1278265"/>
                </a:lnTo>
                <a:cubicBezTo>
                  <a:pt x="31574" y="1278265"/>
                  <a:pt x="0" y="1246691"/>
                  <a:pt x="0" y="1207743"/>
                </a:cubicBezTo>
                <a:lnTo>
                  <a:pt x="0" y="70522"/>
                </a:lnTo>
                <a:cubicBezTo>
                  <a:pt x="0" y="31574"/>
                  <a:pt x="31574" y="0"/>
                  <a:pt x="7052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524529" y="5403974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80064" y="1791"/>
                </a:moveTo>
                <a:cubicBezTo>
                  <a:pt x="85195" y="-585"/>
                  <a:pt x="91118" y="-585"/>
                  <a:pt x="96249" y="1791"/>
                </a:cubicBezTo>
                <a:lnTo>
                  <a:pt x="171526" y="36571"/>
                </a:lnTo>
                <a:cubicBezTo>
                  <a:pt x="174453" y="37914"/>
                  <a:pt x="176312" y="40841"/>
                  <a:pt x="176312" y="44078"/>
                </a:cubicBezTo>
                <a:cubicBezTo>
                  <a:pt x="176312" y="47315"/>
                  <a:pt x="174453" y="50242"/>
                  <a:pt x="171526" y="51585"/>
                </a:cubicBezTo>
                <a:lnTo>
                  <a:pt x="96249" y="86366"/>
                </a:lnTo>
                <a:cubicBezTo>
                  <a:pt x="91118" y="88742"/>
                  <a:pt x="85195" y="88742"/>
                  <a:pt x="80064" y="86366"/>
                </a:cubicBezTo>
                <a:lnTo>
                  <a:pt x="4787" y="51585"/>
                </a:lnTo>
                <a:cubicBezTo>
                  <a:pt x="1860" y="50208"/>
                  <a:pt x="0" y="47281"/>
                  <a:pt x="0" y="44078"/>
                </a:cubicBezTo>
                <a:cubicBezTo>
                  <a:pt x="0" y="40876"/>
                  <a:pt x="1860" y="37914"/>
                  <a:pt x="4787" y="36571"/>
                </a:cubicBezTo>
                <a:lnTo>
                  <a:pt x="80064" y="1791"/>
                </a:lnTo>
                <a:close/>
                <a:moveTo>
                  <a:pt x="16564" y="75208"/>
                </a:moveTo>
                <a:lnTo>
                  <a:pt x="73142" y="101345"/>
                </a:lnTo>
                <a:cubicBezTo>
                  <a:pt x="82681" y="105753"/>
                  <a:pt x="93666" y="105753"/>
                  <a:pt x="103205" y="101345"/>
                </a:cubicBezTo>
                <a:lnTo>
                  <a:pt x="159783" y="75208"/>
                </a:lnTo>
                <a:lnTo>
                  <a:pt x="171526" y="80649"/>
                </a:lnTo>
                <a:cubicBezTo>
                  <a:pt x="174453" y="81992"/>
                  <a:pt x="176312" y="84919"/>
                  <a:pt x="176312" y="88156"/>
                </a:cubicBezTo>
                <a:cubicBezTo>
                  <a:pt x="176312" y="91393"/>
                  <a:pt x="174453" y="94320"/>
                  <a:pt x="171526" y="95663"/>
                </a:cubicBezTo>
                <a:lnTo>
                  <a:pt x="96249" y="130444"/>
                </a:lnTo>
                <a:cubicBezTo>
                  <a:pt x="91118" y="132820"/>
                  <a:pt x="85195" y="132820"/>
                  <a:pt x="80064" y="130444"/>
                </a:cubicBezTo>
                <a:lnTo>
                  <a:pt x="4787" y="95663"/>
                </a:lnTo>
                <a:cubicBezTo>
                  <a:pt x="1860" y="94286"/>
                  <a:pt x="0" y="91359"/>
                  <a:pt x="0" y="88156"/>
                </a:cubicBezTo>
                <a:cubicBezTo>
                  <a:pt x="0" y="84954"/>
                  <a:pt x="1860" y="81992"/>
                  <a:pt x="4787" y="80649"/>
                </a:cubicBezTo>
                <a:lnTo>
                  <a:pt x="16529" y="75208"/>
                </a:lnTo>
                <a:close/>
                <a:moveTo>
                  <a:pt x="4787" y="124727"/>
                </a:moveTo>
                <a:lnTo>
                  <a:pt x="16529" y="119286"/>
                </a:lnTo>
                <a:lnTo>
                  <a:pt x="73108" y="145423"/>
                </a:lnTo>
                <a:cubicBezTo>
                  <a:pt x="82646" y="149831"/>
                  <a:pt x="93632" y="149831"/>
                  <a:pt x="103170" y="145423"/>
                </a:cubicBezTo>
                <a:lnTo>
                  <a:pt x="159749" y="119286"/>
                </a:lnTo>
                <a:lnTo>
                  <a:pt x="171491" y="124727"/>
                </a:lnTo>
                <a:cubicBezTo>
                  <a:pt x="174418" y="126070"/>
                  <a:pt x="176278" y="128997"/>
                  <a:pt x="176278" y="132234"/>
                </a:cubicBezTo>
                <a:cubicBezTo>
                  <a:pt x="176278" y="135471"/>
                  <a:pt x="174418" y="138398"/>
                  <a:pt x="171491" y="139741"/>
                </a:cubicBezTo>
                <a:lnTo>
                  <a:pt x="96214" y="174522"/>
                </a:lnTo>
                <a:cubicBezTo>
                  <a:pt x="91083" y="176898"/>
                  <a:pt x="85160" y="176898"/>
                  <a:pt x="80029" y="174522"/>
                </a:cubicBezTo>
                <a:lnTo>
                  <a:pt x="4787" y="139741"/>
                </a:lnTo>
                <a:cubicBezTo>
                  <a:pt x="1860" y="138364"/>
                  <a:pt x="0" y="135437"/>
                  <a:pt x="0" y="132234"/>
                </a:cubicBezTo>
                <a:cubicBezTo>
                  <a:pt x="0" y="129032"/>
                  <a:pt x="1860" y="126070"/>
                  <a:pt x="4787" y="124727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28668" y="5368711"/>
            <a:ext cx="119010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三级系统的优势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02490" y="5721336"/>
            <a:ext cx="3632035" cy="634725"/>
          </a:xfrm>
          <a:custGeom>
            <a:avLst/>
            <a:gdLst/>
            <a:ahLst/>
            <a:cxnLst/>
            <a:rect l="l" t="t" r="r" b="b"/>
            <a:pathLst>
              <a:path w="3632035" h="634725">
                <a:moveTo>
                  <a:pt x="35265" y="0"/>
                </a:moveTo>
                <a:lnTo>
                  <a:pt x="3596769" y="0"/>
                </a:lnTo>
                <a:cubicBezTo>
                  <a:pt x="3616246" y="0"/>
                  <a:pt x="3632035" y="15789"/>
                  <a:pt x="3632035" y="35265"/>
                </a:cubicBezTo>
                <a:lnTo>
                  <a:pt x="3632035" y="599459"/>
                </a:lnTo>
                <a:cubicBezTo>
                  <a:pt x="3632035" y="618936"/>
                  <a:pt x="3616246" y="634725"/>
                  <a:pt x="3596769" y="634725"/>
                </a:cubicBezTo>
                <a:lnTo>
                  <a:pt x="35265" y="634725"/>
                </a:lnTo>
                <a:cubicBezTo>
                  <a:pt x="15789" y="634725"/>
                  <a:pt x="0" y="618936"/>
                  <a:pt x="0" y="599459"/>
                </a:cubicBezTo>
                <a:lnTo>
                  <a:pt x="0" y="35265"/>
                </a:lnTo>
                <a:cubicBezTo>
                  <a:pt x="0" y="15802"/>
                  <a:pt x="15802" y="0"/>
                  <a:pt x="3526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573015" y="5827124"/>
            <a:ext cx="349098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按需加载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77423" y="6073961"/>
            <a:ext cx="34821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避免一次性加载所有技能内容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78743" y="5721336"/>
            <a:ext cx="3632035" cy="634725"/>
          </a:xfrm>
          <a:custGeom>
            <a:avLst/>
            <a:gdLst/>
            <a:ahLst/>
            <a:cxnLst/>
            <a:rect l="l" t="t" r="r" b="b"/>
            <a:pathLst>
              <a:path w="3632035" h="634725">
                <a:moveTo>
                  <a:pt x="35265" y="0"/>
                </a:moveTo>
                <a:lnTo>
                  <a:pt x="3596769" y="0"/>
                </a:lnTo>
                <a:cubicBezTo>
                  <a:pt x="3616246" y="0"/>
                  <a:pt x="3632035" y="15789"/>
                  <a:pt x="3632035" y="35265"/>
                </a:cubicBezTo>
                <a:lnTo>
                  <a:pt x="3632035" y="599459"/>
                </a:lnTo>
                <a:cubicBezTo>
                  <a:pt x="3632035" y="618936"/>
                  <a:pt x="3616246" y="634725"/>
                  <a:pt x="3596769" y="634725"/>
                </a:cubicBezTo>
                <a:lnTo>
                  <a:pt x="35265" y="634725"/>
                </a:lnTo>
                <a:cubicBezTo>
                  <a:pt x="15789" y="634725"/>
                  <a:pt x="0" y="618936"/>
                  <a:pt x="0" y="599459"/>
                </a:cubicBezTo>
                <a:lnTo>
                  <a:pt x="0" y="35265"/>
                </a:lnTo>
                <a:cubicBezTo>
                  <a:pt x="0" y="15802"/>
                  <a:pt x="15802" y="0"/>
                  <a:pt x="3526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349268" y="5827124"/>
            <a:ext cx="349098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上下文优化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353676" y="6073961"/>
            <a:ext cx="34821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减少Token消耗,提升响应速度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055133" y="5721336"/>
            <a:ext cx="3632035" cy="634725"/>
          </a:xfrm>
          <a:custGeom>
            <a:avLst/>
            <a:gdLst/>
            <a:ahLst/>
            <a:cxnLst/>
            <a:rect l="l" t="t" r="r" b="b"/>
            <a:pathLst>
              <a:path w="3632035" h="634725">
                <a:moveTo>
                  <a:pt x="35265" y="0"/>
                </a:moveTo>
                <a:lnTo>
                  <a:pt x="3596769" y="0"/>
                </a:lnTo>
                <a:cubicBezTo>
                  <a:pt x="3616246" y="0"/>
                  <a:pt x="3632035" y="15789"/>
                  <a:pt x="3632035" y="35265"/>
                </a:cubicBezTo>
                <a:lnTo>
                  <a:pt x="3632035" y="599459"/>
                </a:lnTo>
                <a:cubicBezTo>
                  <a:pt x="3632035" y="618936"/>
                  <a:pt x="3616246" y="634725"/>
                  <a:pt x="3596769" y="634725"/>
                </a:cubicBezTo>
                <a:lnTo>
                  <a:pt x="35265" y="634725"/>
                </a:lnTo>
                <a:cubicBezTo>
                  <a:pt x="15789" y="634725"/>
                  <a:pt x="0" y="618936"/>
                  <a:pt x="0" y="599459"/>
                </a:cubicBezTo>
                <a:lnTo>
                  <a:pt x="0" y="35265"/>
                </a:lnTo>
                <a:cubicBezTo>
                  <a:pt x="0" y="15802"/>
                  <a:pt x="15802" y="0"/>
                  <a:pt x="3526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125658" y="5827124"/>
            <a:ext cx="349098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灵活扩展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30066" y="6073961"/>
            <a:ext cx="34821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支持复杂的资源引用和模块化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735" y="369735"/>
            <a:ext cx="55460" cy="369735"/>
          </a:xfrm>
          <a:custGeom>
            <a:avLst/>
            <a:gdLst/>
            <a:ahLst/>
            <a:cxnLst/>
            <a:rect l="l" t="t" r="r" b="b"/>
            <a:pathLst>
              <a:path w="55460" h="369735">
                <a:moveTo>
                  <a:pt x="0" y="0"/>
                </a:moveTo>
                <a:lnTo>
                  <a:pt x="55460" y="0"/>
                </a:lnTo>
                <a:lnTo>
                  <a:pt x="55460" y="369735"/>
                </a:lnTo>
                <a:lnTo>
                  <a:pt x="0" y="369735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36115" y="369735"/>
            <a:ext cx="4843524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SKILLS与MCP: 食谱与专业厨房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4602" y="813416"/>
            <a:ext cx="1135085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理解两者的联系与差别,协同发挥最大价值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356" y="1224746"/>
            <a:ext cx="5629210" cy="3188961"/>
          </a:xfrm>
          <a:custGeom>
            <a:avLst/>
            <a:gdLst/>
            <a:ahLst/>
            <a:cxnLst/>
            <a:rect l="l" t="t" r="r" b="b"/>
            <a:pathLst>
              <a:path w="5629210" h="3188961">
                <a:moveTo>
                  <a:pt x="73952" y="0"/>
                </a:moveTo>
                <a:lnTo>
                  <a:pt x="5555258" y="0"/>
                </a:lnTo>
                <a:cubicBezTo>
                  <a:pt x="5596101" y="0"/>
                  <a:pt x="5629210" y="33109"/>
                  <a:pt x="5629210" y="73952"/>
                </a:cubicBezTo>
                <a:lnTo>
                  <a:pt x="5629210" y="3115009"/>
                </a:lnTo>
                <a:cubicBezTo>
                  <a:pt x="5629210" y="3155852"/>
                  <a:pt x="5596101" y="3188961"/>
                  <a:pt x="5555258" y="3188961"/>
                </a:cubicBezTo>
                <a:lnTo>
                  <a:pt x="73952" y="3188961"/>
                </a:lnTo>
                <a:cubicBezTo>
                  <a:pt x="33109" y="3188961"/>
                  <a:pt x="0" y="3155852"/>
                  <a:pt x="0" y="3115009"/>
                </a:cubicBezTo>
                <a:lnTo>
                  <a:pt x="0" y="73952"/>
                </a:lnTo>
                <a:cubicBezTo>
                  <a:pt x="0" y="33137"/>
                  <a:pt x="33137" y="0"/>
                  <a:pt x="7395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9980" y="1414235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23072" y="5199"/>
                </a:moveTo>
                <a:cubicBezTo>
                  <a:pt x="22783" y="2239"/>
                  <a:pt x="20292" y="0"/>
                  <a:pt x="17331" y="0"/>
                </a:cubicBezTo>
                <a:cubicBezTo>
                  <a:pt x="14371" y="0"/>
                  <a:pt x="11879" y="2239"/>
                  <a:pt x="11554" y="5163"/>
                </a:cubicBezTo>
                <a:lnTo>
                  <a:pt x="6463" y="54052"/>
                </a:lnTo>
                <a:cubicBezTo>
                  <a:pt x="5994" y="56218"/>
                  <a:pt x="5777" y="58421"/>
                  <a:pt x="5777" y="60623"/>
                </a:cubicBezTo>
                <a:cubicBezTo>
                  <a:pt x="5777" y="77197"/>
                  <a:pt x="18451" y="90809"/>
                  <a:pt x="34663" y="92289"/>
                </a:cubicBezTo>
                <a:lnTo>
                  <a:pt x="34663" y="173313"/>
                </a:lnTo>
                <a:cubicBezTo>
                  <a:pt x="34663" y="179704"/>
                  <a:pt x="39826" y="184867"/>
                  <a:pt x="46217" y="184867"/>
                </a:cubicBezTo>
                <a:cubicBezTo>
                  <a:pt x="52608" y="184867"/>
                  <a:pt x="57771" y="179704"/>
                  <a:pt x="57771" y="173313"/>
                </a:cubicBezTo>
                <a:lnTo>
                  <a:pt x="57771" y="92289"/>
                </a:lnTo>
                <a:cubicBezTo>
                  <a:pt x="73983" y="90809"/>
                  <a:pt x="86657" y="77197"/>
                  <a:pt x="86657" y="60623"/>
                </a:cubicBezTo>
                <a:cubicBezTo>
                  <a:pt x="86657" y="58421"/>
                  <a:pt x="86440" y="56218"/>
                  <a:pt x="85971" y="54052"/>
                </a:cubicBezTo>
                <a:lnTo>
                  <a:pt x="80843" y="5163"/>
                </a:lnTo>
                <a:cubicBezTo>
                  <a:pt x="80554" y="2239"/>
                  <a:pt x="78063" y="0"/>
                  <a:pt x="75102" y="0"/>
                </a:cubicBezTo>
                <a:cubicBezTo>
                  <a:pt x="72142" y="0"/>
                  <a:pt x="69650" y="2239"/>
                  <a:pt x="69361" y="5199"/>
                </a:cubicBezTo>
                <a:lnTo>
                  <a:pt x="64451" y="54124"/>
                </a:lnTo>
                <a:cubicBezTo>
                  <a:pt x="64234" y="56182"/>
                  <a:pt x="62501" y="57771"/>
                  <a:pt x="60443" y="57771"/>
                </a:cubicBezTo>
                <a:cubicBezTo>
                  <a:pt x="58349" y="57771"/>
                  <a:pt x="56616" y="56182"/>
                  <a:pt x="56399" y="54088"/>
                </a:cubicBezTo>
                <a:lnTo>
                  <a:pt x="51958" y="5272"/>
                </a:lnTo>
                <a:cubicBezTo>
                  <a:pt x="51705" y="2275"/>
                  <a:pt x="49214" y="0"/>
                  <a:pt x="46217" y="0"/>
                </a:cubicBezTo>
                <a:cubicBezTo>
                  <a:pt x="43220" y="0"/>
                  <a:pt x="40729" y="2275"/>
                  <a:pt x="40476" y="5272"/>
                </a:cubicBezTo>
                <a:lnTo>
                  <a:pt x="36035" y="54088"/>
                </a:lnTo>
                <a:cubicBezTo>
                  <a:pt x="35854" y="56182"/>
                  <a:pt x="34085" y="57771"/>
                  <a:pt x="31991" y="57771"/>
                </a:cubicBezTo>
                <a:cubicBezTo>
                  <a:pt x="29897" y="57771"/>
                  <a:pt x="28163" y="56182"/>
                  <a:pt x="27983" y="54124"/>
                </a:cubicBezTo>
                <a:lnTo>
                  <a:pt x="23072" y="5199"/>
                </a:lnTo>
                <a:close/>
                <a:moveTo>
                  <a:pt x="161759" y="0"/>
                </a:moveTo>
                <a:cubicBezTo>
                  <a:pt x="155982" y="0"/>
                  <a:pt x="115542" y="11554"/>
                  <a:pt x="115542" y="63548"/>
                </a:cubicBezTo>
                <a:lnTo>
                  <a:pt x="115542" y="103988"/>
                </a:lnTo>
                <a:cubicBezTo>
                  <a:pt x="115542" y="116734"/>
                  <a:pt x="125905" y="127096"/>
                  <a:pt x="138650" y="127096"/>
                </a:cubicBezTo>
                <a:lnTo>
                  <a:pt x="150205" y="127096"/>
                </a:lnTo>
                <a:lnTo>
                  <a:pt x="150205" y="173313"/>
                </a:lnTo>
                <a:cubicBezTo>
                  <a:pt x="150205" y="179704"/>
                  <a:pt x="155368" y="184867"/>
                  <a:pt x="161759" y="184867"/>
                </a:cubicBezTo>
                <a:cubicBezTo>
                  <a:pt x="168150" y="184867"/>
                  <a:pt x="173313" y="179704"/>
                  <a:pt x="173313" y="173313"/>
                </a:cubicBezTo>
                <a:lnTo>
                  <a:pt x="173313" y="11554"/>
                </a:lnTo>
                <a:cubicBezTo>
                  <a:pt x="173313" y="5163"/>
                  <a:pt x="168150" y="0"/>
                  <a:pt x="161759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876" y="1377262"/>
            <a:ext cx="74871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类比说明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5359" y="1746996"/>
            <a:ext cx="5305692" cy="1035257"/>
          </a:xfrm>
          <a:custGeom>
            <a:avLst/>
            <a:gdLst/>
            <a:ahLst/>
            <a:cxnLst/>
            <a:rect l="l" t="t" r="r" b="b"/>
            <a:pathLst>
              <a:path w="5305692" h="1035257">
                <a:moveTo>
                  <a:pt x="36969" y="0"/>
                </a:moveTo>
                <a:lnTo>
                  <a:pt x="5268723" y="0"/>
                </a:lnTo>
                <a:cubicBezTo>
                  <a:pt x="5289141" y="0"/>
                  <a:pt x="5305692" y="16552"/>
                  <a:pt x="5305692" y="36969"/>
                </a:cubicBezTo>
                <a:lnTo>
                  <a:pt x="5305692" y="998288"/>
                </a:lnTo>
                <a:cubicBezTo>
                  <a:pt x="5305692" y="1018705"/>
                  <a:pt x="5289141" y="1035257"/>
                  <a:pt x="5268723" y="1035257"/>
                </a:cubicBezTo>
                <a:lnTo>
                  <a:pt x="36969" y="1035257"/>
                </a:lnTo>
                <a:cubicBezTo>
                  <a:pt x="16552" y="1035257"/>
                  <a:pt x="0" y="1018705"/>
                  <a:pt x="0" y="998288"/>
                </a:cubicBezTo>
                <a:lnTo>
                  <a:pt x="0" y="36969"/>
                </a:lnTo>
                <a:cubicBezTo>
                  <a:pt x="0" y="16565"/>
                  <a:pt x="16565" y="0"/>
                  <a:pt x="36969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5359" y="1746996"/>
            <a:ext cx="36973" cy="1035257"/>
          </a:xfrm>
          <a:custGeom>
            <a:avLst/>
            <a:gdLst/>
            <a:ahLst/>
            <a:cxnLst/>
            <a:rect l="l" t="t" r="r" b="b"/>
            <a:pathLst>
              <a:path w="36973" h="1035257">
                <a:moveTo>
                  <a:pt x="36973" y="0"/>
                </a:moveTo>
                <a:lnTo>
                  <a:pt x="36973" y="0"/>
                </a:lnTo>
                <a:lnTo>
                  <a:pt x="36973" y="1035257"/>
                </a:lnTo>
                <a:lnTo>
                  <a:pt x="36973" y="1035257"/>
                </a:lnTo>
                <a:cubicBezTo>
                  <a:pt x="16554" y="1035257"/>
                  <a:pt x="0" y="1018703"/>
                  <a:pt x="0" y="99828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1739" y="1894890"/>
            <a:ext cx="506536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 = 专业厨房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739" y="2153704"/>
            <a:ext cx="506536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提供使用工具、食材和设备的能力。MCP服务器是基础设施,让AI能够访问外部系统(如GitHub、Notion、数据库等)。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89740" y="2893174"/>
            <a:ext cx="194111" cy="221841"/>
          </a:xfrm>
          <a:custGeom>
            <a:avLst/>
            <a:gdLst/>
            <a:ahLst/>
            <a:cxnLst/>
            <a:rect l="l" t="t" r="r" b="b"/>
            <a:pathLst>
              <a:path w="194111" h="221841">
                <a:moveTo>
                  <a:pt x="110920" y="27730"/>
                </a:moveTo>
                <a:cubicBezTo>
                  <a:pt x="110920" y="20061"/>
                  <a:pt x="104724" y="13865"/>
                  <a:pt x="97055" y="13865"/>
                </a:cubicBezTo>
                <a:cubicBezTo>
                  <a:pt x="89386" y="13865"/>
                  <a:pt x="83190" y="20061"/>
                  <a:pt x="83190" y="27730"/>
                </a:cubicBezTo>
                <a:lnTo>
                  <a:pt x="83190" y="97055"/>
                </a:lnTo>
                <a:lnTo>
                  <a:pt x="13865" y="97055"/>
                </a:lnTo>
                <a:cubicBezTo>
                  <a:pt x="6196" y="97055"/>
                  <a:pt x="0" y="103251"/>
                  <a:pt x="0" y="110920"/>
                </a:cubicBezTo>
                <a:cubicBezTo>
                  <a:pt x="0" y="118589"/>
                  <a:pt x="6196" y="124785"/>
                  <a:pt x="13865" y="124785"/>
                </a:cubicBezTo>
                <a:lnTo>
                  <a:pt x="83190" y="124785"/>
                </a:lnTo>
                <a:lnTo>
                  <a:pt x="83190" y="194111"/>
                </a:lnTo>
                <a:cubicBezTo>
                  <a:pt x="83190" y="201780"/>
                  <a:pt x="89386" y="207976"/>
                  <a:pt x="97055" y="207976"/>
                </a:cubicBezTo>
                <a:cubicBezTo>
                  <a:pt x="104724" y="207976"/>
                  <a:pt x="110920" y="201780"/>
                  <a:pt x="110920" y="194111"/>
                </a:cubicBezTo>
                <a:lnTo>
                  <a:pt x="110920" y="124785"/>
                </a:lnTo>
                <a:lnTo>
                  <a:pt x="180246" y="124785"/>
                </a:lnTo>
                <a:cubicBezTo>
                  <a:pt x="187915" y="124785"/>
                  <a:pt x="194111" y="118589"/>
                  <a:pt x="194111" y="110920"/>
                </a:cubicBezTo>
                <a:cubicBezTo>
                  <a:pt x="194111" y="103251"/>
                  <a:pt x="187915" y="97055"/>
                  <a:pt x="180246" y="97055"/>
                </a:cubicBezTo>
                <a:lnTo>
                  <a:pt x="110920" y="97055"/>
                </a:lnTo>
                <a:lnTo>
                  <a:pt x="110920" y="27730"/>
                </a:ln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45359" y="3225935"/>
            <a:ext cx="5305692" cy="1035257"/>
          </a:xfrm>
          <a:custGeom>
            <a:avLst/>
            <a:gdLst/>
            <a:ahLst/>
            <a:cxnLst/>
            <a:rect l="l" t="t" r="r" b="b"/>
            <a:pathLst>
              <a:path w="5305692" h="1035257">
                <a:moveTo>
                  <a:pt x="36969" y="0"/>
                </a:moveTo>
                <a:lnTo>
                  <a:pt x="5268723" y="0"/>
                </a:lnTo>
                <a:cubicBezTo>
                  <a:pt x="5289141" y="0"/>
                  <a:pt x="5305692" y="16552"/>
                  <a:pt x="5305692" y="36969"/>
                </a:cubicBezTo>
                <a:lnTo>
                  <a:pt x="5305692" y="998288"/>
                </a:lnTo>
                <a:cubicBezTo>
                  <a:pt x="5305692" y="1018705"/>
                  <a:pt x="5289141" y="1035257"/>
                  <a:pt x="5268723" y="1035257"/>
                </a:cubicBezTo>
                <a:lnTo>
                  <a:pt x="36969" y="1035257"/>
                </a:lnTo>
                <a:cubicBezTo>
                  <a:pt x="16552" y="1035257"/>
                  <a:pt x="0" y="1018705"/>
                  <a:pt x="0" y="998288"/>
                </a:cubicBezTo>
                <a:lnTo>
                  <a:pt x="0" y="36969"/>
                </a:lnTo>
                <a:cubicBezTo>
                  <a:pt x="0" y="16565"/>
                  <a:pt x="16565" y="0"/>
                  <a:pt x="36969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45359" y="3225935"/>
            <a:ext cx="36973" cy="1035257"/>
          </a:xfrm>
          <a:custGeom>
            <a:avLst/>
            <a:gdLst/>
            <a:ahLst/>
            <a:cxnLst/>
            <a:rect l="l" t="t" r="r" b="b"/>
            <a:pathLst>
              <a:path w="36973" h="1035257">
                <a:moveTo>
                  <a:pt x="36973" y="0"/>
                </a:moveTo>
                <a:lnTo>
                  <a:pt x="36973" y="0"/>
                </a:lnTo>
                <a:lnTo>
                  <a:pt x="36973" y="1035257"/>
                </a:lnTo>
                <a:lnTo>
                  <a:pt x="36973" y="1035257"/>
                </a:lnTo>
                <a:cubicBezTo>
                  <a:pt x="16554" y="1035257"/>
                  <a:pt x="0" y="1018703"/>
                  <a:pt x="0" y="99828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1739" y="3373829"/>
            <a:ext cx="506536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 = 食谱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1739" y="3632643"/>
            <a:ext cx="506536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提供关于如何制作某物的分步说明价值。SKILLS是方法论,告诉AI在什么场景下如何使用MCP工具完成特定任务。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8221" y="4566223"/>
            <a:ext cx="5619967" cy="1072230"/>
          </a:xfrm>
          <a:custGeom>
            <a:avLst/>
            <a:gdLst/>
            <a:ahLst/>
            <a:cxnLst/>
            <a:rect l="l" t="t" r="r" b="b"/>
            <a:pathLst>
              <a:path w="5619967" h="1072230">
                <a:moveTo>
                  <a:pt x="36973" y="0"/>
                </a:moveTo>
                <a:lnTo>
                  <a:pt x="5546015" y="0"/>
                </a:lnTo>
                <a:cubicBezTo>
                  <a:pt x="5586857" y="0"/>
                  <a:pt x="5619967" y="33109"/>
                  <a:pt x="5619967" y="73952"/>
                </a:cubicBezTo>
                <a:lnTo>
                  <a:pt x="5619967" y="998279"/>
                </a:lnTo>
                <a:cubicBezTo>
                  <a:pt x="5619967" y="1039121"/>
                  <a:pt x="5586857" y="1072230"/>
                  <a:pt x="5546015" y="1072230"/>
                </a:cubicBezTo>
                <a:lnTo>
                  <a:pt x="36973" y="1072230"/>
                </a:lnTo>
                <a:cubicBezTo>
                  <a:pt x="16554" y="1072230"/>
                  <a:pt x="0" y="1055677"/>
                  <a:pt x="0" y="103525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88221" y="4566223"/>
            <a:ext cx="36973" cy="1072230"/>
          </a:xfrm>
          <a:custGeom>
            <a:avLst/>
            <a:gdLst/>
            <a:ahLst/>
            <a:cxnLst/>
            <a:rect l="l" t="t" r="r" b="b"/>
            <a:pathLst>
              <a:path w="36973" h="1072230">
                <a:moveTo>
                  <a:pt x="36973" y="0"/>
                </a:moveTo>
                <a:lnTo>
                  <a:pt x="36973" y="0"/>
                </a:lnTo>
                <a:lnTo>
                  <a:pt x="36973" y="1072230"/>
                </a:lnTo>
                <a:lnTo>
                  <a:pt x="36973" y="1072230"/>
                </a:lnTo>
                <a:cubicBezTo>
                  <a:pt x="16554" y="1072230"/>
                  <a:pt x="0" y="1055677"/>
                  <a:pt x="0" y="1035257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54602" y="4714117"/>
            <a:ext cx="537963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Claude官方观点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4602" y="5009904"/>
            <a:ext cx="5379639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MCP提供了工具访问能力,SKILLS提供了使用这些工具的专业知识和流程编排。两者结合,才能实现真正的Agentic工作流。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3489" y="1224746"/>
            <a:ext cx="5629210" cy="4409086"/>
          </a:xfrm>
          <a:custGeom>
            <a:avLst/>
            <a:gdLst/>
            <a:ahLst/>
            <a:cxnLst/>
            <a:rect l="l" t="t" r="r" b="b"/>
            <a:pathLst>
              <a:path w="5629210" h="4409086">
                <a:moveTo>
                  <a:pt x="73940" y="0"/>
                </a:moveTo>
                <a:lnTo>
                  <a:pt x="5555270" y="0"/>
                </a:lnTo>
                <a:cubicBezTo>
                  <a:pt x="5596106" y="0"/>
                  <a:pt x="5629210" y="33104"/>
                  <a:pt x="5629210" y="73940"/>
                </a:cubicBezTo>
                <a:lnTo>
                  <a:pt x="5629210" y="4335145"/>
                </a:lnTo>
                <a:cubicBezTo>
                  <a:pt x="5629210" y="4375981"/>
                  <a:pt x="5596106" y="4409086"/>
                  <a:pt x="5555270" y="4409086"/>
                </a:cubicBezTo>
                <a:lnTo>
                  <a:pt x="73940" y="4409086"/>
                </a:lnTo>
                <a:cubicBezTo>
                  <a:pt x="33104" y="4409086"/>
                  <a:pt x="0" y="4375981"/>
                  <a:pt x="0" y="4335145"/>
                </a:cubicBezTo>
                <a:lnTo>
                  <a:pt x="0" y="73940"/>
                </a:lnTo>
                <a:cubicBezTo>
                  <a:pt x="0" y="33132"/>
                  <a:pt x="33132" y="0"/>
                  <a:pt x="73940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 w="12700">
            <a:solidFill>
              <a:srgbClr val="C4B7A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69113" y="1414235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48311" y="13107"/>
                </a:moveTo>
                <a:cubicBezTo>
                  <a:pt x="52247" y="15851"/>
                  <a:pt x="53185" y="21267"/>
                  <a:pt x="50441" y="25167"/>
                </a:cubicBezTo>
                <a:lnTo>
                  <a:pt x="30221" y="54052"/>
                </a:lnTo>
                <a:cubicBezTo>
                  <a:pt x="28741" y="56146"/>
                  <a:pt x="26430" y="57482"/>
                  <a:pt x="23867" y="57699"/>
                </a:cubicBezTo>
                <a:cubicBezTo>
                  <a:pt x="21303" y="57915"/>
                  <a:pt x="18776" y="57049"/>
                  <a:pt x="16970" y="55244"/>
                </a:cubicBezTo>
                <a:lnTo>
                  <a:pt x="2527" y="40801"/>
                </a:lnTo>
                <a:cubicBezTo>
                  <a:pt x="-830" y="37407"/>
                  <a:pt x="-830" y="31918"/>
                  <a:pt x="2527" y="28524"/>
                </a:cubicBezTo>
                <a:cubicBezTo>
                  <a:pt x="5885" y="25130"/>
                  <a:pt x="11410" y="25167"/>
                  <a:pt x="14804" y="28524"/>
                </a:cubicBezTo>
                <a:lnTo>
                  <a:pt x="21953" y="35674"/>
                </a:lnTo>
                <a:lnTo>
                  <a:pt x="36251" y="15237"/>
                </a:lnTo>
                <a:cubicBezTo>
                  <a:pt x="38995" y="11301"/>
                  <a:pt x="44411" y="10363"/>
                  <a:pt x="48311" y="13107"/>
                </a:cubicBezTo>
                <a:close/>
                <a:moveTo>
                  <a:pt x="48311" y="70878"/>
                </a:moveTo>
                <a:cubicBezTo>
                  <a:pt x="52247" y="73622"/>
                  <a:pt x="53185" y="79038"/>
                  <a:pt x="50441" y="82938"/>
                </a:cubicBezTo>
                <a:lnTo>
                  <a:pt x="30221" y="111823"/>
                </a:lnTo>
                <a:cubicBezTo>
                  <a:pt x="28741" y="113917"/>
                  <a:pt x="26430" y="115253"/>
                  <a:pt x="23867" y="115470"/>
                </a:cubicBezTo>
                <a:cubicBezTo>
                  <a:pt x="21303" y="115687"/>
                  <a:pt x="18776" y="114820"/>
                  <a:pt x="16970" y="113015"/>
                </a:cubicBezTo>
                <a:lnTo>
                  <a:pt x="2527" y="98572"/>
                </a:lnTo>
                <a:cubicBezTo>
                  <a:pt x="-867" y="95178"/>
                  <a:pt x="-867" y="89690"/>
                  <a:pt x="2527" y="86332"/>
                </a:cubicBezTo>
                <a:cubicBezTo>
                  <a:pt x="5922" y="82974"/>
                  <a:pt x="11410" y="82938"/>
                  <a:pt x="14768" y="86332"/>
                </a:cubicBezTo>
                <a:lnTo>
                  <a:pt x="21917" y="93481"/>
                </a:lnTo>
                <a:lnTo>
                  <a:pt x="36215" y="73044"/>
                </a:lnTo>
                <a:cubicBezTo>
                  <a:pt x="38959" y="69109"/>
                  <a:pt x="44375" y="68170"/>
                  <a:pt x="48275" y="70914"/>
                </a:cubicBezTo>
                <a:close/>
                <a:moveTo>
                  <a:pt x="80879" y="34663"/>
                </a:moveTo>
                <a:cubicBezTo>
                  <a:pt x="80879" y="28272"/>
                  <a:pt x="86043" y="23108"/>
                  <a:pt x="92434" y="23108"/>
                </a:cubicBezTo>
                <a:lnTo>
                  <a:pt x="173313" y="23108"/>
                </a:lnTo>
                <a:cubicBezTo>
                  <a:pt x="179704" y="23108"/>
                  <a:pt x="184867" y="28272"/>
                  <a:pt x="184867" y="34663"/>
                </a:cubicBezTo>
                <a:cubicBezTo>
                  <a:pt x="184867" y="41054"/>
                  <a:pt x="179704" y="46217"/>
                  <a:pt x="173313" y="46217"/>
                </a:cubicBezTo>
                <a:lnTo>
                  <a:pt x="92434" y="46217"/>
                </a:lnTo>
                <a:cubicBezTo>
                  <a:pt x="86043" y="46217"/>
                  <a:pt x="80879" y="41054"/>
                  <a:pt x="80879" y="34663"/>
                </a:cubicBezTo>
                <a:close/>
                <a:moveTo>
                  <a:pt x="80879" y="92434"/>
                </a:moveTo>
                <a:cubicBezTo>
                  <a:pt x="80879" y="86043"/>
                  <a:pt x="86043" y="80879"/>
                  <a:pt x="92434" y="80879"/>
                </a:cubicBezTo>
                <a:lnTo>
                  <a:pt x="173313" y="80879"/>
                </a:lnTo>
                <a:cubicBezTo>
                  <a:pt x="179704" y="80879"/>
                  <a:pt x="184867" y="86043"/>
                  <a:pt x="184867" y="92434"/>
                </a:cubicBezTo>
                <a:cubicBezTo>
                  <a:pt x="184867" y="98825"/>
                  <a:pt x="179704" y="103988"/>
                  <a:pt x="173313" y="103988"/>
                </a:cubicBezTo>
                <a:lnTo>
                  <a:pt x="92434" y="103988"/>
                </a:lnTo>
                <a:cubicBezTo>
                  <a:pt x="86043" y="103988"/>
                  <a:pt x="80879" y="98825"/>
                  <a:pt x="80879" y="92434"/>
                </a:cubicBezTo>
                <a:close/>
                <a:moveTo>
                  <a:pt x="57771" y="150205"/>
                </a:moveTo>
                <a:cubicBezTo>
                  <a:pt x="57771" y="143814"/>
                  <a:pt x="62934" y="138650"/>
                  <a:pt x="69325" y="138650"/>
                </a:cubicBezTo>
                <a:lnTo>
                  <a:pt x="173313" y="138650"/>
                </a:lnTo>
                <a:cubicBezTo>
                  <a:pt x="179704" y="138650"/>
                  <a:pt x="184867" y="143814"/>
                  <a:pt x="184867" y="150205"/>
                </a:cubicBezTo>
                <a:cubicBezTo>
                  <a:pt x="184867" y="156596"/>
                  <a:pt x="179704" y="161759"/>
                  <a:pt x="173313" y="161759"/>
                </a:cubicBezTo>
                <a:lnTo>
                  <a:pt x="69325" y="161759"/>
                </a:lnTo>
                <a:cubicBezTo>
                  <a:pt x="62934" y="161759"/>
                  <a:pt x="57771" y="156596"/>
                  <a:pt x="57771" y="150205"/>
                </a:cubicBezTo>
                <a:close/>
                <a:moveTo>
                  <a:pt x="23108" y="135762"/>
                </a:moveTo>
                <a:cubicBezTo>
                  <a:pt x="31080" y="135762"/>
                  <a:pt x="37551" y="142234"/>
                  <a:pt x="37551" y="150205"/>
                </a:cubicBezTo>
                <a:cubicBezTo>
                  <a:pt x="37551" y="158176"/>
                  <a:pt x="31080" y="164647"/>
                  <a:pt x="23108" y="164647"/>
                </a:cubicBezTo>
                <a:cubicBezTo>
                  <a:pt x="15137" y="164647"/>
                  <a:pt x="8666" y="158176"/>
                  <a:pt x="8666" y="150205"/>
                </a:cubicBezTo>
                <a:cubicBezTo>
                  <a:pt x="8666" y="142234"/>
                  <a:pt x="15137" y="135762"/>
                  <a:pt x="23108" y="135762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88009" y="1377262"/>
            <a:ext cx="161758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SKILLS三大常见分类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46004" y="1937929"/>
            <a:ext cx="5324179" cy="850390"/>
          </a:xfrm>
          <a:custGeom>
            <a:avLst/>
            <a:gdLst/>
            <a:ahLst/>
            <a:cxnLst/>
            <a:rect l="l" t="t" r="r" b="b"/>
            <a:pathLst>
              <a:path w="5324179" h="850390">
                <a:moveTo>
                  <a:pt x="36975" y="0"/>
                </a:moveTo>
                <a:lnTo>
                  <a:pt x="5287204" y="0"/>
                </a:lnTo>
                <a:cubicBezTo>
                  <a:pt x="5307625" y="0"/>
                  <a:pt x="5324179" y="16554"/>
                  <a:pt x="5324179" y="36975"/>
                </a:cubicBezTo>
                <a:lnTo>
                  <a:pt x="5324179" y="813415"/>
                </a:lnTo>
                <a:cubicBezTo>
                  <a:pt x="5324179" y="833835"/>
                  <a:pt x="5307625" y="850390"/>
                  <a:pt x="5287204" y="850390"/>
                </a:cubicBezTo>
                <a:lnTo>
                  <a:pt x="36975" y="850390"/>
                </a:lnTo>
                <a:cubicBezTo>
                  <a:pt x="16554" y="850390"/>
                  <a:pt x="0" y="833835"/>
                  <a:pt x="0" y="813415"/>
                </a:cubicBezTo>
                <a:lnTo>
                  <a:pt x="0" y="36975"/>
                </a:lnTo>
                <a:cubicBezTo>
                  <a:pt x="0" y="16554"/>
                  <a:pt x="16554" y="0"/>
                  <a:pt x="369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56925" y="2048850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36974" y="0"/>
                </a:moveTo>
                <a:lnTo>
                  <a:pt x="184867" y="0"/>
                </a:lnTo>
                <a:cubicBezTo>
                  <a:pt x="205287" y="0"/>
                  <a:pt x="221841" y="16554"/>
                  <a:pt x="221841" y="36974"/>
                </a:cubicBezTo>
                <a:lnTo>
                  <a:pt x="221841" y="184867"/>
                </a:lnTo>
                <a:cubicBezTo>
                  <a:pt x="221841" y="205287"/>
                  <a:pt x="205287" y="221841"/>
                  <a:pt x="184867" y="221841"/>
                </a:cubicBezTo>
                <a:lnTo>
                  <a:pt x="36974" y="221841"/>
                </a:lnTo>
                <a:cubicBezTo>
                  <a:pt x="16554" y="221841"/>
                  <a:pt x="0" y="205287"/>
                  <a:pt x="0" y="184867"/>
                </a:cubicBezTo>
                <a:lnTo>
                  <a:pt x="0" y="36974"/>
                </a:lnTo>
                <a:cubicBezTo>
                  <a:pt x="0" y="16568"/>
                  <a:pt x="16568" y="0"/>
                  <a:pt x="36974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29194" y="2048850"/>
            <a:ext cx="27730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52712" y="2048850"/>
            <a:ext cx="110920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文档与资产创建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52712" y="2307664"/>
            <a:ext cx="4871254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生成格式统一、高质量的输出内容,包括文档、演示文稿、应用程序、设计作品、代码等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6004" y="3281251"/>
            <a:ext cx="5324179" cy="850390"/>
          </a:xfrm>
          <a:custGeom>
            <a:avLst/>
            <a:gdLst/>
            <a:ahLst/>
            <a:cxnLst/>
            <a:rect l="l" t="t" r="r" b="b"/>
            <a:pathLst>
              <a:path w="5324179" h="850390">
                <a:moveTo>
                  <a:pt x="36975" y="0"/>
                </a:moveTo>
                <a:lnTo>
                  <a:pt x="5287204" y="0"/>
                </a:lnTo>
                <a:cubicBezTo>
                  <a:pt x="5307625" y="0"/>
                  <a:pt x="5324179" y="16554"/>
                  <a:pt x="5324179" y="36975"/>
                </a:cubicBezTo>
                <a:lnTo>
                  <a:pt x="5324179" y="813415"/>
                </a:lnTo>
                <a:cubicBezTo>
                  <a:pt x="5324179" y="833835"/>
                  <a:pt x="5307625" y="850390"/>
                  <a:pt x="5287204" y="850390"/>
                </a:cubicBezTo>
                <a:lnTo>
                  <a:pt x="36975" y="850390"/>
                </a:lnTo>
                <a:cubicBezTo>
                  <a:pt x="16554" y="850390"/>
                  <a:pt x="0" y="833835"/>
                  <a:pt x="0" y="813415"/>
                </a:cubicBezTo>
                <a:lnTo>
                  <a:pt x="0" y="36975"/>
                </a:lnTo>
                <a:cubicBezTo>
                  <a:pt x="0" y="16554"/>
                  <a:pt x="16554" y="0"/>
                  <a:pt x="369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56925" y="3392171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36974" y="0"/>
                </a:moveTo>
                <a:lnTo>
                  <a:pt x="184867" y="0"/>
                </a:lnTo>
                <a:cubicBezTo>
                  <a:pt x="205287" y="0"/>
                  <a:pt x="221841" y="16554"/>
                  <a:pt x="221841" y="36974"/>
                </a:cubicBezTo>
                <a:lnTo>
                  <a:pt x="221841" y="184867"/>
                </a:lnTo>
                <a:cubicBezTo>
                  <a:pt x="221841" y="205287"/>
                  <a:pt x="205287" y="221841"/>
                  <a:pt x="184867" y="221841"/>
                </a:cubicBezTo>
                <a:lnTo>
                  <a:pt x="36974" y="221841"/>
                </a:lnTo>
                <a:cubicBezTo>
                  <a:pt x="16554" y="221841"/>
                  <a:pt x="0" y="205287"/>
                  <a:pt x="0" y="184867"/>
                </a:cubicBezTo>
                <a:lnTo>
                  <a:pt x="0" y="36974"/>
                </a:lnTo>
                <a:cubicBezTo>
                  <a:pt x="0" y="16568"/>
                  <a:pt x="16568" y="0"/>
                  <a:pt x="36974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29194" y="3392171"/>
            <a:ext cx="27730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52712" y="3392171"/>
            <a:ext cx="961310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工作流自动化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52712" y="3650985"/>
            <a:ext cx="4871254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受益于一致方法论的多步骤流程,包括跨多个MCP服务器或API的协调,类似于流水线编排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6004" y="4624716"/>
            <a:ext cx="5324179" cy="665522"/>
          </a:xfrm>
          <a:custGeom>
            <a:avLst/>
            <a:gdLst/>
            <a:ahLst/>
            <a:cxnLst/>
            <a:rect l="l" t="t" r="r" b="b"/>
            <a:pathLst>
              <a:path w="5324179" h="665522">
                <a:moveTo>
                  <a:pt x="36976" y="0"/>
                </a:moveTo>
                <a:lnTo>
                  <a:pt x="5287203" y="0"/>
                </a:lnTo>
                <a:cubicBezTo>
                  <a:pt x="5307624" y="0"/>
                  <a:pt x="5324179" y="16555"/>
                  <a:pt x="5324179" y="36976"/>
                </a:cubicBezTo>
                <a:lnTo>
                  <a:pt x="5324179" y="628546"/>
                </a:lnTo>
                <a:cubicBezTo>
                  <a:pt x="5324179" y="648967"/>
                  <a:pt x="5307624" y="665522"/>
                  <a:pt x="5287203" y="665522"/>
                </a:cubicBezTo>
                <a:lnTo>
                  <a:pt x="36976" y="665522"/>
                </a:lnTo>
                <a:cubicBezTo>
                  <a:pt x="16555" y="665522"/>
                  <a:pt x="0" y="648967"/>
                  <a:pt x="0" y="628546"/>
                </a:cubicBezTo>
                <a:lnTo>
                  <a:pt x="0" y="36976"/>
                </a:lnTo>
                <a:cubicBezTo>
                  <a:pt x="0" y="16569"/>
                  <a:pt x="16569" y="0"/>
                  <a:pt x="36976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456925" y="4735636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36974" y="0"/>
                </a:moveTo>
                <a:lnTo>
                  <a:pt x="184867" y="0"/>
                </a:lnTo>
                <a:cubicBezTo>
                  <a:pt x="205287" y="0"/>
                  <a:pt x="221841" y="16554"/>
                  <a:pt x="221841" y="36974"/>
                </a:cubicBezTo>
                <a:lnTo>
                  <a:pt x="221841" y="184867"/>
                </a:lnTo>
                <a:cubicBezTo>
                  <a:pt x="221841" y="205287"/>
                  <a:pt x="205287" y="221841"/>
                  <a:pt x="184867" y="221841"/>
                </a:cubicBezTo>
                <a:lnTo>
                  <a:pt x="36974" y="221841"/>
                </a:lnTo>
                <a:cubicBezTo>
                  <a:pt x="16554" y="221841"/>
                  <a:pt x="0" y="205287"/>
                  <a:pt x="0" y="184867"/>
                </a:cubicBezTo>
                <a:lnTo>
                  <a:pt x="0" y="36974"/>
                </a:lnTo>
                <a:cubicBezTo>
                  <a:pt x="0" y="16568"/>
                  <a:pt x="16568" y="0"/>
                  <a:pt x="36974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29194" y="4735636"/>
            <a:ext cx="27730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3" b="1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52712" y="4735636"/>
            <a:ext cx="989040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MCP增强功能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52712" y="4994451"/>
            <a:ext cx="487125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通过工作流指导来增强MCP服务器提供的工具访问能力,按顺序协调多个MCP调用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69735" y="5786347"/>
            <a:ext cx="2754523" cy="702496"/>
          </a:xfrm>
          <a:custGeom>
            <a:avLst/>
            <a:gdLst/>
            <a:ahLst/>
            <a:cxnLst/>
            <a:rect l="l" t="t" r="r" b="b"/>
            <a:pathLst>
              <a:path w="2754523" h="702496">
                <a:moveTo>
                  <a:pt x="73945" y="0"/>
                </a:moveTo>
                <a:lnTo>
                  <a:pt x="2680578" y="0"/>
                </a:lnTo>
                <a:cubicBezTo>
                  <a:pt x="2721417" y="0"/>
                  <a:pt x="2754523" y="33106"/>
                  <a:pt x="2754523" y="73945"/>
                </a:cubicBezTo>
                <a:lnTo>
                  <a:pt x="2754523" y="628551"/>
                </a:lnTo>
                <a:cubicBezTo>
                  <a:pt x="2754523" y="669390"/>
                  <a:pt x="2721417" y="702496"/>
                  <a:pt x="2680578" y="702496"/>
                </a:cubicBezTo>
                <a:lnTo>
                  <a:pt x="73945" y="702496"/>
                </a:lnTo>
                <a:cubicBezTo>
                  <a:pt x="33134" y="702496"/>
                  <a:pt x="0" y="669362"/>
                  <a:pt x="0" y="628551"/>
                </a:cubicBezTo>
                <a:lnTo>
                  <a:pt x="0" y="73945"/>
                </a:lnTo>
                <a:cubicBezTo>
                  <a:pt x="0" y="33134"/>
                  <a:pt x="33134" y="0"/>
                  <a:pt x="73945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676516" y="5897268"/>
            <a:ext cx="138650" cy="184867"/>
          </a:xfrm>
          <a:custGeom>
            <a:avLst/>
            <a:gdLst/>
            <a:ahLst/>
            <a:cxnLst/>
            <a:rect l="l" t="t" r="r" b="b"/>
            <a:pathLst>
              <a:path w="138650" h="184867">
                <a:moveTo>
                  <a:pt x="0" y="23108"/>
                </a:moveTo>
                <a:cubicBezTo>
                  <a:pt x="0" y="10363"/>
                  <a:pt x="10363" y="0"/>
                  <a:pt x="23108" y="0"/>
                </a:cubicBezTo>
                <a:lnTo>
                  <a:pt x="77088" y="0"/>
                </a:lnTo>
                <a:cubicBezTo>
                  <a:pt x="83226" y="0"/>
                  <a:pt x="89112" y="2419"/>
                  <a:pt x="93445" y="6752"/>
                </a:cubicBezTo>
                <a:lnTo>
                  <a:pt x="131899" y="45242"/>
                </a:lnTo>
                <a:cubicBezTo>
                  <a:pt x="136231" y="49575"/>
                  <a:pt x="138650" y="55460"/>
                  <a:pt x="138650" y="61598"/>
                </a:cubicBezTo>
                <a:lnTo>
                  <a:pt x="138650" y="161759"/>
                </a:lnTo>
                <a:cubicBezTo>
                  <a:pt x="138650" y="174505"/>
                  <a:pt x="128288" y="184867"/>
                  <a:pt x="115542" y="184867"/>
                </a:cubicBezTo>
                <a:lnTo>
                  <a:pt x="23108" y="184867"/>
                </a:lnTo>
                <a:cubicBezTo>
                  <a:pt x="10363" y="184867"/>
                  <a:pt x="0" y="174505"/>
                  <a:pt x="0" y="161759"/>
                </a:cubicBezTo>
                <a:lnTo>
                  <a:pt x="0" y="23108"/>
                </a:lnTo>
                <a:close/>
                <a:moveTo>
                  <a:pt x="75102" y="21123"/>
                </a:moveTo>
                <a:lnTo>
                  <a:pt x="75102" y="54882"/>
                </a:lnTo>
                <a:cubicBezTo>
                  <a:pt x="75102" y="59685"/>
                  <a:pt x="78966" y="63548"/>
                  <a:pt x="83768" y="63548"/>
                </a:cubicBezTo>
                <a:lnTo>
                  <a:pt x="117528" y="63548"/>
                </a:lnTo>
                <a:lnTo>
                  <a:pt x="75102" y="21123"/>
                </a:lnTo>
                <a:close/>
                <a:moveTo>
                  <a:pt x="43328" y="92434"/>
                </a:moveTo>
                <a:cubicBezTo>
                  <a:pt x="38526" y="92434"/>
                  <a:pt x="34663" y="96297"/>
                  <a:pt x="34663" y="101099"/>
                </a:cubicBezTo>
                <a:cubicBezTo>
                  <a:pt x="34663" y="105902"/>
                  <a:pt x="38526" y="109765"/>
                  <a:pt x="43328" y="109765"/>
                </a:cubicBezTo>
                <a:lnTo>
                  <a:pt x="95322" y="109765"/>
                </a:lnTo>
                <a:cubicBezTo>
                  <a:pt x="100124" y="109765"/>
                  <a:pt x="103988" y="105902"/>
                  <a:pt x="103988" y="101099"/>
                </a:cubicBezTo>
                <a:cubicBezTo>
                  <a:pt x="103988" y="96297"/>
                  <a:pt x="100124" y="92434"/>
                  <a:pt x="95322" y="92434"/>
                </a:cubicBezTo>
                <a:lnTo>
                  <a:pt x="43328" y="92434"/>
                </a:lnTo>
                <a:close/>
                <a:moveTo>
                  <a:pt x="43328" y="127096"/>
                </a:moveTo>
                <a:cubicBezTo>
                  <a:pt x="38526" y="127096"/>
                  <a:pt x="34663" y="130960"/>
                  <a:pt x="34663" y="135762"/>
                </a:cubicBezTo>
                <a:cubicBezTo>
                  <a:pt x="34663" y="140564"/>
                  <a:pt x="38526" y="144428"/>
                  <a:pt x="43328" y="144428"/>
                </a:cubicBezTo>
                <a:lnTo>
                  <a:pt x="95322" y="144428"/>
                </a:lnTo>
                <a:cubicBezTo>
                  <a:pt x="100124" y="144428"/>
                  <a:pt x="103988" y="140564"/>
                  <a:pt x="103988" y="135762"/>
                </a:cubicBezTo>
                <a:cubicBezTo>
                  <a:pt x="103988" y="130960"/>
                  <a:pt x="100124" y="127096"/>
                  <a:pt x="95322" y="127096"/>
                </a:cubicBezTo>
                <a:lnTo>
                  <a:pt x="43328" y="127096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43682" y="6156082"/>
            <a:ext cx="260662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嵌入式风格指南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69985" y="5786347"/>
            <a:ext cx="2754523" cy="702496"/>
          </a:xfrm>
          <a:custGeom>
            <a:avLst/>
            <a:gdLst/>
            <a:ahLst/>
            <a:cxnLst/>
            <a:rect l="l" t="t" r="r" b="b"/>
            <a:pathLst>
              <a:path w="2754523" h="702496">
                <a:moveTo>
                  <a:pt x="73945" y="0"/>
                </a:moveTo>
                <a:lnTo>
                  <a:pt x="2680578" y="0"/>
                </a:lnTo>
                <a:cubicBezTo>
                  <a:pt x="2721417" y="0"/>
                  <a:pt x="2754523" y="33106"/>
                  <a:pt x="2754523" y="73945"/>
                </a:cubicBezTo>
                <a:lnTo>
                  <a:pt x="2754523" y="628551"/>
                </a:lnTo>
                <a:cubicBezTo>
                  <a:pt x="2754523" y="669390"/>
                  <a:pt x="2721417" y="702496"/>
                  <a:pt x="2680578" y="702496"/>
                </a:cubicBezTo>
                <a:lnTo>
                  <a:pt x="73945" y="702496"/>
                </a:lnTo>
                <a:cubicBezTo>
                  <a:pt x="33134" y="702496"/>
                  <a:pt x="0" y="669362"/>
                  <a:pt x="0" y="628551"/>
                </a:cubicBezTo>
                <a:lnTo>
                  <a:pt x="0" y="73945"/>
                </a:lnTo>
                <a:cubicBezTo>
                  <a:pt x="0" y="33134"/>
                  <a:pt x="33134" y="0"/>
                  <a:pt x="73945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553802" y="5897268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69325" y="23108"/>
                </a:moveTo>
                <a:cubicBezTo>
                  <a:pt x="69325" y="16717"/>
                  <a:pt x="74489" y="11554"/>
                  <a:pt x="80879" y="11554"/>
                </a:cubicBezTo>
                <a:lnTo>
                  <a:pt x="103988" y="11554"/>
                </a:lnTo>
                <a:cubicBezTo>
                  <a:pt x="110379" y="11554"/>
                  <a:pt x="115542" y="16717"/>
                  <a:pt x="115542" y="23108"/>
                </a:cubicBezTo>
                <a:lnTo>
                  <a:pt x="115542" y="46217"/>
                </a:lnTo>
                <a:cubicBezTo>
                  <a:pt x="115542" y="52608"/>
                  <a:pt x="110379" y="57771"/>
                  <a:pt x="103988" y="57771"/>
                </a:cubicBezTo>
                <a:lnTo>
                  <a:pt x="101099" y="57771"/>
                </a:lnTo>
                <a:lnTo>
                  <a:pt x="101099" y="80879"/>
                </a:lnTo>
                <a:lnTo>
                  <a:pt x="144428" y="80879"/>
                </a:lnTo>
                <a:cubicBezTo>
                  <a:pt x="158798" y="80879"/>
                  <a:pt x="170425" y="92506"/>
                  <a:pt x="170425" y="106876"/>
                </a:cubicBezTo>
                <a:lnTo>
                  <a:pt x="170425" y="127096"/>
                </a:lnTo>
                <a:lnTo>
                  <a:pt x="173313" y="127096"/>
                </a:lnTo>
                <a:cubicBezTo>
                  <a:pt x="179704" y="127096"/>
                  <a:pt x="184867" y="132260"/>
                  <a:pt x="184867" y="138650"/>
                </a:cubicBezTo>
                <a:lnTo>
                  <a:pt x="184867" y="161759"/>
                </a:lnTo>
                <a:cubicBezTo>
                  <a:pt x="184867" y="168150"/>
                  <a:pt x="179704" y="173313"/>
                  <a:pt x="173313" y="173313"/>
                </a:cubicBezTo>
                <a:lnTo>
                  <a:pt x="150205" y="173313"/>
                </a:lnTo>
                <a:cubicBezTo>
                  <a:pt x="143814" y="173313"/>
                  <a:pt x="138650" y="168150"/>
                  <a:pt x="138650" y="161759"/>
                </a:cubicBezTo>
                <a:lnTo>
                  <a:pt x="138650" y="138650"/>
                </a:lnTo>
                <a:cubicBezTo>
                  <a:pt x="138650" y="132260"/>
                  <a:pt x="143814" y="127096"/>
                  <a:pt x="150205" y="127096"/>
                </a:cubicBezTo>
                <a:lnTo>
                  <a:pt x="153093" y="127096"/>
                </a:lnTo>
                <a:lnTo>
                  <a:pt x="153093" y="106876"/>
                </a:lnTo>
                <a:cubicBezTo>
                  <a:pt x="153093" y="102074"/>
                  <a:pt x="149230" y="98211"/>
                  <a:pt x="144428" y="98211"/>
                </a:cubicBezTo>
                <a:lnTo>
                  <a:pt x="101099" y="98211"/>
                </a:lnTo>
                <a:lnTo>
                  <a:pt x="101099" y="127096"/>
                </a:lnTo>
                <a:lnTo>
                  <a:pt x="103988" y="127096"/>
                </a:lnTo>
                <a:cubicBezTo>
                  <a:pt x="110379" y="127096"/>
                  <a:pt x="115542" y="132260"/>
                  <a:pt x="115542" y="138650"/>
                </a:cubicBezTo>
                <a:lnTo>
                  <a:pt x="115542" y="161759"/>
                </a:lnTo>
                <a:cubicBezTo>
                  <a:pt x="115542" y="168150"/>
                  <a:pt x="110379" y="173313"/>
                  <a:pt x="103988" y="173313"/>
                </a:cubicBezTo>
                <a:lnTo>
                  <a:pt x="80879" y="173313"/>
                </a:lnTo>
                <a:cubicBezTo>
                  <a:pt x="74489" y="173313"/>
                  <a:pt x="69325" y="168150"/>
                  <a:pt x="69325" y="161759"/>
                </a:cubicBezTo>
                <a:lnTo>
                  <a:pt x="69325" y="138650"/>
                </a:lnTo>
                <a:cubicBezTo>
                  <a:pt x="69325" y="132260"/>
                  <a:pt x="74489" y="127096"/>
                  <a:pt x="80879" y="127096"/>
                </a:cubicBezTo>
                <a:lnTo>
                  <a:pt x="83768" y="127096"/>
                </a:lnTo>
                <a:lnTo>
                  <a:pt x="83768" y="98211"/>
                </a:lnTo>
                <a:lnTo>
                  <a:pt x="40440" y="98211"/>
                </a:lnTo>
                <a:cubicBezTo>
                  <a:pt x="35638" y="98211"/>
                  <a:pt x="31774" y="102074"/>
                  <a:pt x="31774" y="106876"/>
                </a:cubicBezTo>
                <a:lnTo>
                  <a:pt x="31774" y="127096"/>
                </a:lnTo>
                <a:lnTo>
                  <a:pt x="34663" y="127096"/>
                </a:lnTo>
                <a:cubicBezTo>
                  <a:pt x="41054" y="127096"/>
                  <a:pt x="46217" y="132260"/>
                  <a:pt x="46217" y="138650"/>
                </a:cubicBezTo>
                <a:lnTo>
                  <a:pt x="46217" y="161759"/>
                </a:lnTo>
                <a:cubicBezTo>
                  <a:pt x="46217" y="168150"/>
                  <a:pt x="41054" y="173313"/>
                  <a:pt x="34663" y="173313"/>
                </a:cubicBezTo>
                <a:lnTo>
                  <a:pt x="11554" y="173313"/>
                </a:lnTo>
                <a:cubicBezTo>
                  <a:pt x="5163" y="173313"/>
                  <a:pt x="0" y="168150"/>
                  <a:pt x="0" y="161759"/>
                </a:cubicBezTo>
                <a:lnTo>
                  <a:pt x="0" y="138650"/>
                </a:lnTo>
                <a:cubicBezTo>
                  <a:pt x="0" y="132260"/>
                  <a:pt x="5163" y="127096"/>
                  <a:pt x="11554" y="127096"/>
                </a:cubicBezTo>
                <a:lnTo>
                  <a:pt x="14443" y="127096"/>
                </a:lnTo>
                <a:lnTo>
                  <a:pt x="14443" y="106876"/>
                </a:lnTo>
                <a:cubicBezTo>
                  <a:pt x="14443" y="92506"/>
                  <a:pt x="26069" y="80879"/>
                  <a:pt x="40440" y="80879"/>
                </a:cubicBezTo>
                <a:lnTo>
                  <a:pt x="83768" y="80879"/>
                </a:lnTo>
                <a:lnTo>
                  <a:pt x="83768" y="57771"/>
                </a:lnTo>
                <a:lnTo>
                  <a:pt x="80879" y="57771"/>
                </a:lnTo>
                <a:cubicBezTo>
                  <a:pt x="74489" y="57771"/>
                  <a:pt x="69325" y="52608"/>
                  <a:pt x="69325" y="46217"/>
                </a:cubicBezTo>
                <a:lnTo>
                  <a:pt x="69325" y="23108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3343932" y="6156082"/>
            <a:ext cx="260662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逐步工作流程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0380" y="5786347"/>
            <a:ext cx="2754523" cy="702496"/>
          </a:xfrm>
          <a:custGeom>
            <a:avLst/>
            <a:gdLst/>
            <a:ahLst/>
            <a:cxnLst/>
            <a:rect l="l" t="t" r="r" b="b"/>
            <a:pathLst>
              <a:path w="2754523" h="702496">
                <a:moveTo>
                  <a:pt x="73945" y="0"/>
                </a:moveTo>
                <a:lnTo>
                  <a:pt x="2680578" y="0"/>
                </a:lnTo>
                <a:cubicBezTo>
                  <a:pt x="2721417" y="0"/>
                  <a:pt x="2754523" y="33106"/>
                  <a:pt x="2754523" y="73945"/>
                </a:cubicBezTo>
                <a:lnTo>
                  <a:pt x="2754523" y="628551"/>
                </a:lnTo>
                <a:cubicBezTo>
                  <a:pt x="2754523" y="669390"/>
                  <a:pt x="2721417" y="702496"/>
                  <a:pt x="2680578" y="702496"/>
                </a:cubicBezTo>
                <a:lnTo>
                  <a:pt x="73945" y="702496"/>
                </a:lnTo>
                <a:cubicBezTo>
                  <a:pt x="33134" y="702496"/>
                  <a:pt x="0" y="669362"/>
                  <a:pt x="0" y="628551"/>
                </a:cubicBezTo>
                <a:lnTo>
                  <a:pt x="0" y="73945"/>
                </a:lnTo>
                <a:cubicBezTo>
                  <a:pt x="0" y="33134"/>
                  <a:pt x="33134" y="0"/>
                  <a:pt x="73945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442643" y="5897268"/>
            <a:ext cx="207976" cy="184867"/>
          </a:xfrm>
          <a:custGeom>
            <a:avLst/>
            <a:gdLst/>
            <a:ahLst/>
            <a:cxnLst/>
            <a:rect l="l" t="t" r="r" b="b"/>
            <a:pathLst>
              <a:path w="207976" h="184867">
                <a:moveTo>
                  <a:pt x="151468" y="34663"/>
                </a:moveTo>
                <a:cubicBezTo>
                  <a:pt x="145475" y="34663"/>
                  <a:pt x="139661" y="36287"/>
                  <a:pt x="134570" y="39248"/>
                </a:cubicBezTo>
                <a:cubicBezTo>
                  <a:pt x="128866" y="33471"/>
                  <a:pt x="122222" y="28633"/>
                  <a:pt x="114892" y="24986"/>
                </a:cubicBezTo>
                <a:cubicBezTo>
                  <a:pt x="125074" y="16320"/>
                  <a:pt x="138037" y="11554"/>
                  <a:pt x="151468" y="11554"/>
                </a:cubicBezTo>
                <a:cubicBezTo>
                  <a:pt x="182665" y="11554"/>
                  <a:pt x="207976" y="36829"/>
                  <a:pt x="207976" y="68062"/>
                </a:cubicBezTo>
                <a:cubicBezTo>
                  <a:pt x="207976" y="83046"/>
                  <a:pt x="202018" y="97416"/>
                  <a:pt x="191439" y="107996"/>
                </a:cubicBezTo>
                <a:lnTo>
                  <a:pt x="165767" y="133668"/>
                </a:lnTo>
                <a:cubicBezTo>
                  <a:pt x="155187" y="144247"/>
                  <a:pt x="140817" y="150205"/>
                  <a:pt x="125833" y="150205"/>
                </a:cubicBezTo>
                <a:cubicBezTo>
                  <a:pt x="94636" y="150205"/>
                  <a:pt x="69325" y="124930"/>
                  <a:pt x="69325" y="93697"/>
                </a:cubicBezTo>
                <a:cubicBezTo>
                  <a:pt x="69325" y="93156"/>
                  <a:pt x="69325" y="92614"/>
                  <a:pt x="69361" y="92073"/>
                </a:cubicBezTo>
                <a:cubicBezTo>
                  <a:pt x="69542" y="85682"/>
                  <a:pt x="74850" y="80663"/>
                  <a:pt x="81241" y="80843"/>
                </a:cubicBezTo>
                <a:cubicBezTo>
                  <a:pt x="87631" y="81024"/>
                  <a:pt x="92650" y="86332"/>
                  <a:pt x="92470" y="92723"/>
                </a:cubicBezTo>
                <a:cubicBezTo>
                  <a:pt x="92470" y="93047"/>
                  <a:pt x="92470" y="93372"/>
                  <a:pt x="92470" y="93661"/>
                </a:cubicBezTo>
                <a:cubicBezTo>
                  <a:pt x="92470" y="112112"/>
                  <a:pt x="107418" y="127060"/>
                  <a:pt x="125869" y="127060"/>
                </a:cubicBezTo>
                <a:cubicBezTo>
                  <a:pt x="134715" y="127060"/>
                  <a:pt x="143200" y="123558"/>
                  <a:pt x="149483" y="117275"/>
                </a:cubicBezTo>
                <a:lnTo>
                  <a:pt x="175155" y="91603"/>
                </a:lnTo>
                <a:cubicBezTo>
                  <a:pt x="181401" y="85357"/>
                  <a:pt x="184940" y="76835"/>
                  <a:pt x="184940" y="67989"/>
                </a:cubicBezTo>
                <a:cubicBezTo>
                  <a:pt x="184940" y="49539"/>
                  <a:pt x="169991" y="34590"/>
                  <a:pt x="151541" y="34590"/>
                </a:cubicBezTo>
                <a:close/>
                <a:moveTo>
                  <a:pt x="99366" y="62573"/>
                </a:moveTo>
                <a:cubicBezTo>
                  <a:pt x="98680" y="62284"/>
                  <a:pt x="97994" y="61887"/>
                  <a:pt x="97380" y="61454"/>
                </a:cubicBezTo>
                <a:cubicBezTo>
                  <a:pt x="92831" y="59107"/>
                  <a:pt x="87631" y="57771"/>
                  <a:pt x="82179" y="57771"/>
                </a:cubicBezTo>
                <a:cubicBezTo>
                  <a:pt x="73333" y="57771"/>
                  <a:pt x="64848" y="61273"/>
                  <a:pt x="58565" y="67556"/>
                </a:cubicBezTo>
                <a:lnTo>
                  <a:pt x="32893" y="93228"/>
                </a:lnTo>
                <a:cubicBezTo>
                  <a:pt x="26647" y="99475"/>
                  <a:pt x="23108" y="107996"/>
                  <a:pt x="23108" y="116842"/>
                </a:cubicBezTo>
                <a:cubicBezTo>
                  <a:pt x="23108" y="135293"/>
                  <a:pt x="38057" y="150241"/>
                  <a:pt x="56507" y="150241"/>
                </a:cubicBezTo>
                <a:cubicBezTo>
                  <a:pt x="62465" y="150241"/>
                  <a:pt x="68278" y="148652"/>
                  <a:pt x="73369" y="145691"/>
                </a:cubicBezTo>
                <a:cubicBezTo>
                  <a:pt x="79074" y="151468"/>
                  <a:pt x="85718" y="156307"/>
                  <a:pt x="93084" y="159954"/>
                </a:cubicBezTo>
                <a:cubicBezTo>
                  <a:pt x="82901" y="168583"/>
                  <a:pt x="69975" y="173385"/>
                  <a:pt x="56507" y="173385"/>
                </a:cubicBezTo>
                <a:cubicBezTo>
                  <a:pt x="25311" y="173385"/>
                  <a:pt x="0" y="148111"/>
                  <a:pt x="0" y="116878"/>
                </a:cubicBezTo>
                <a:cubicBezTo>
                  <a:pt x="0" y="101894"/>
                  <a:pt x="5958" y="87523"/>
                  <a:pt x="16537" y="76944"/>
                </a:cubicBezTo>
                <a:lnTo>
                  <a:pt x="42209" y="51272"/>
                </a:lnTo>
                <a:cubicBezTo>
                  <a:pt x="52788" y="40692"/>
                  <a:pt x="67159" y="34735"/>
                  <a:pt x="82143" y="34735"/>
                </a:cubicBezTo>
                <a:cubicBezTo>
                  <a:pt x="113412" y="34735"/>
                  <a:pt x="138650" y="60226"/>
                  <a:pt x="138650" y="91387"/>
                </a:cubicBezTo>
                <a:cubicBezTo>
                  <a:pt x="138650" y="91856"/>
                  <a:pt x="138650" y="92325"/>
                  <a:pt x="138650" y="92795"/>
                </a:cubicBezTo>
                <a:cubicBezTo>
                  <a:pt x="138506" y="99186"/>
                  <a:pt x="133198" y="104205"/>
                  <a:pt x="126807" y="104060"/>
                </a:cubicBezTo>
                <a:cubicBezTo>
                  <a:pt x="120417" y="103916"/>
                  <a:pt x="115398" y="98608"/>
                  <a:pt x="115542" y="92217"/>
                </a:cubicBezTo>
                <a:cubicBezTo>
                  <a:pt x="115542" y="91928"/>
                  <a:pt x="115542" y="91675"/>
                  <a:pt x="115542" y="91387"/>
                </a:cubicBezTo>
                <a:cubicBezTo>
                  <a:pt x="115542" y="79219"/>
                  <a:pt x="109043" y="68531"/>
                  <a:pt x="99366" y="62645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244327" y="6156082"/>
            <a:ext cx="260662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MCP调用协调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70775" y="5786347"/>
            <a:ext cx="2754523" cy="702496"/>
          </a:xfrm>
          <a:custGeom>
            <a:avLst/>
            <a:gdLst/>
            <a:ahLst/>
            <a:cxnLst/>
            <a:rect l="l" t="t" r="r" b="b"/>
            <a:pathLst>
              <a:path w="2754523" h="702496">
                <a:moveTo>
                  <a:pt x="73945" y="0"/>
                </a:moveTo>
                <a:lnTo>
                  <a:pt x="2680578" y="0"/>
                </a:lnTo>
                <a:cubicBezTo>
                  <a:pt x="2721417" y="0"/>
                  <a:pt x="2754523" y="33106"/>
                  <a:pt x="2754523" y="73945"/>
                </a:cubicBezTo>
                <a:lnTo>
                  <a:pt x="2754523" y="628551"/>
                </a:lnTo>
                <a:cubicBezTo>
                  <a:pt x="2754523" y="669390"/>
                  <a:pt x="2721417" y="702496"/>
                  <a:pt x="2680578" y="702496"/>
                </a:cubicBezTo>
                <a:lnTo>
                  <a:pt x="73945" y="702496"/>
                </a:lnTo>
                <a:cubicBezTo>
                  <a:pt x="33134" y="702496"/>
                  <a:pt x="0" y="669362"/>
                  <a:pt x="0" y="628551"/>
                </a:cubicBezTo>
                <a:lnTo>
                  <a:pt x="0" y="73945"/>
                </a:lnTo>
                <a:cubicBezTo>
                  <a:pt x="0" y="33134"/>
                  <a:pt x="33134" y="0"/>
                  <a:pt x="73945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0354592" y="5897268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92434" y="0"/>
                </a:moveTo>
                <a:cubicBezTo>
                  <a:pt x="94095" y="0"/>
                  <a:pt x="95755" y="361"/>
                  <a:pt x="97272" y="1047"/>
                </a:cubicBezTo>
                <a:lnTo>
                  <a:pt x="165297" y="29897"/>
                </a:lnTo>
                <a:cubicBezTo>
                  <a:pt x="173241" y="33254"/>
                  <a:pt x="179162" y="41090"/>
                  <a:pt x="179126" y="50550"/>
                </a:cubicBezTo>
                <a:cubicBezTo>
                  <a:pt x="178946" y="86368"/>
                  <a:pt x="164214" y="151902"/>
                  <a:pt x="102002" y="181690"/>
                </a:cubicBezTo>
                <a:cubicBezTo>
                  <a:pt x="95972" y="184578"/>
                  <a:pt x="88967" y="184578"/>
                  <a:pt x="82938" y="181690"/>
                </a:cubicBezTo>
                <a:cubicBezTo>
                  <a:pt x="20689" y="151902"/>
                  <a:pt x="5994" y="86368"/>
                  <a:pt x="5813" y="50550"/>
                </a:cubicBezTo>
                <a:cubicBezTo>
                  <a:pt x="5777" y="41090"/>
                  <a:pt x="11699" y="33254"/>
                  <a:pt x="19642" y="29897"/>
                </a:cubicBezTo>
                <a:lnTo>
                  <a:pt x="87631" y="1047"/>
                </a:lnTo>
                <a:cubicBezTo>
                  <a:pt x="89148" y="361"/>
                  <a:pt x="90773" y="0"/>
                  <a:pt x="92434" y="0"/>
                </a:cubicBezTo>
                <a:close/>
                <a:moveTo>
                  <a:pt x="92434" y="24119"/>
                </a:moveTo>
                <a:lnTo>
                  <a:pt x="92434" y="160640"/>
                </a:lnTo>
                <a:cubicBezTo>
                  <a:pt x="142261" y="136520"/>
                  <a:pt x="155657" y="83082"/>
                  <a:pt x="155982" y="51091"/>
                </a:cubicBezTo>
                <a:lnTo>
                  <a:pt x="92434" y="24156"/>
                </a:lnTo>
                <a:lnTo>
                  <a:pt x="92434" y="24156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144722" y="6156082"/>
            <a:ext cx="260662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错误处理机制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55167" cy="367783"/>
          </a:xfrm>
          <a:custGeom>
            <a:avLst/>
            <a:gdLst/>
            <a:ahLst/>
            <a:cxnLst/>
            <a:rect l="l" t="t" r="r" b="b"/>
            <a:pathLst>
              <a:path w="55167" h="367783">
                <a:moveTo>
                  <a:pt x="0" y="0"/>
                </a:moveTo>
                <a:lnTo>
                  <a:pt x="55167" y="0"/>
                </a:lnTo>
                <a:lnTo>
                  <a:pt x="55167" y="367783"/>
                </a:lnTo>
                <a:lnTo>
                  <a:pt x="0" y="367783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33285" y="367783"/>
            <a:ext cx="4992652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SKILLS规范: 从命名到YAML前言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1674" y="809122"/>
            <a:ext cx="11355294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完整的SKILLS编写规范与最佳实践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380" y="1144724"/>
            <a:ext cx="5645466" cy="3650244"/>
          </a:xfrm>
          <a:custGeom>
            <a:avLst/>
            <a:gdLst/>
            <a:ahLst/>
            <a:cxnLst/>
            <a:rect l="l" t="t" r="r" b="b"/>
            <a:pathLst>
              <a:path w="5645466" h="3650244">
                <a:moveTo>
                  <a:pt x="73552" y="0"/>
                </a:moveTo>
                <a:lnTo>
                  <a:pt x="5571914" y="0"/>
                </a:lnTo>
                <a:cubicBezTo>
                  <a:pt x="5612536" y="0"/>
                  <a:pt x="5645466" y="32931"/>
                  <a:pt x="5645466" y="73552"/>
                </a:cubicBezTo>
                <a:lnTo>
                  <a:pt x="5645466" y="3576692"/>
                </a:lnTo>
                <a:cubicBezTo>
                  <a:pt x="5645466" y="3617314"/>
                  <a:pt x="5612536" y="3650244"/>
                  <a:pt x="5571914" y="3650244"/>
                </a:cubicBezTo>
                <a:lnTo>
                  <a:pt x="73552" y="3650244"/>
                </a:lnTo>
                <a:cubicBezTo>
                  <a:pt x="32931" y="3650244"/>
                  <a:pt x="0" y="3617314"/>
                  <a:pt x="0" y="3576692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10299" y="1296434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22986" y="160905"/>
                </a:moveTo>
                <a:lnTo>
                  <a:pt x="160905" y="160905"/>
                </a:lnTo>
                <a:cubicBezTo>
                  <a:pt x="173583" y="160905"/>
                  <a:pt x="183891" y="150597"/>
                  <a:pt x="183891" y="137919"/>
                </a:cubicBezTo>
                <a:lnTo>
                  <a:pt x="183891" y="51719"/>
                </a:lnTo>
                <a:cubicBezTo>
                  <a:pt x="183891" y="39041"/>
                  <a:pt x="173583" y="28733"/>
                  <a:pt x="160905" y="28733"/>
                </a:cubicBezTo>
                <a:lnTo>
                  <a:pt x="107282" y="28733"/>
                </a:lnTo>
                <a:cubicBezTo>
                  <a:pt x="104804" y="28733"/>
                  <a:pt x="102361" y="27943"/>
                  <a:pt x="100386" y="26434"/>
                </a:cubicBezTo>
                <a:lnTo>
                  <a:pt x="86594" y="16090"/>
                </a:lnTo>
                <a:cubicBezTo>
                  <a:pt x="82607" y="13109"/>
                  <a:pt x="77759" y="11493"/>
                  <a:pt x="72802" y="11493"/>
                </a:cubicBezTo>
                <a:lnTo>
                  <a:pt x="22986" y="11493"/>
                </a:lnTo>
                <a:cubicBezTo>
                  <a:pt x="10308" y="11493"/>
                  <a:pt x="0" y="21801"/>
                  <a:pt x="0" y="34480"/>
                </a:cubicBezTo>
                <a:lnTo>
                  <a:pt x="0" y="137919"/>
                </a:lnTo>
                <a:cubicBezTo>
                  <a:pt x="0" y="150597"/>
                  <a:pt x="10308" y="160905"/>
                  <a:pt x="22986" y="160905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7511" y="1259656"/>
            <a:ext cx="1075765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目录结构规范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7312" y="1590661"/>
            <a:ext cx="5415602" cy="809122"/>
          </a:xfrm>
          <a:custGeom>
            <a:avLst/>
            <a:gdLst/>
            <a:ahLst/>
            <a:cxnLst/>
            <a:rect l="l" t="t" r="r" b="b"/>
            <a:pathLst>
              <a:path w="5415602" h="809122">
                <a:moveTo>
                  <a:pt x="36775" y="0"/>
                </a:moveTo>
                <a:lnTo>
                  <a:pt x="5378827" y="0"/>
                </a:lnTo>
                <a:cubicBezTo>
                  <a:pt x="5399137" y="0"/>
                  <a:pt x="5415602" y="16465"/>
                  <a:pt x="5415602" y="36775"/>
                </a:cubicBezTo>
                <a:lnTo>
                  <a:pt x="5415602" y="772348"/>
                </a:lnTo>
                <a:cubicBezTo>
                  <a:pt x="5415602" y="792658"/>
                  <a:pt x="5399137" y="809122"/>
                  <a:pt x="5378827" y="809122"/>
                </a:cubicBezTo>
                <a:lnTo>
                  <a:pt x="36775" y="809122"/>
                </a:lnTo>
                <a:cubicBezTo>
                  <a:pt x="16465" y="809122"/>
                  <a:pt x="0" y="792658"/>
                  <a:pt x="0" y="772348"/>
                </a:cubicBezTo>
                <a:lnTo>
                  <a:pt x="0" y="36775"/>
                </a:lnTo>
                <a:cubicBezTo>
                  <a:pt x="0" y="16478"/>
                  <a:pt x="16478" y="0"/>
                  <a:pt x="367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60869" y="1664217"/>
            <a:ext cx="534204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命名规范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0869" y="1921665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短横线命名法: </a:t>
            </a:r>
            <a:r>
              <a:rPr lang="en-US" sz="1014" dirty="0">
                <a:solidFill>
                  <a:srgbClr val="E5E5E5"/>
                </a:solidFill>
                <a:highlight>
                  <a:srgbClr val="4A7C59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notion-project-setup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0869" y="2142335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不使用空格、下划线、大写字母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7312" y="2473339"/>
            <a:ext cx="5415602" cy="809122"/>
          </a:xfrm>
          <a:custGeom>
            <a:avLst/>
            <a:gdLst/>
            <a:ahLst/>
            <a:cxnLst/>
            <a:rect l="l" t="t" r="r" b="b"/>
            <a:pathLst>
              <a:path w="5415602" h="809122">
                <a:moveTo>
                  <a:pt x="36775" y="0"/>
                </a:moveTo>
                <a:lnTo>
                  <a:pt x="5378827" y="0"/>
                </a:lnTo>
                <a:cubicBezTo>
                  <a:pt x="5399137" y="0"/>
                  <a:pt x="5415602" y="16465"/>
                  <a:pt x="5415602" y="36775"/>
                </a:cubicBezTo>
                <a:lnTo>
                  <a:pt x="5415602" y="772348"/>
                </a:lnTo>
                <a:cubicBezTo>
                  <a:pt x="5415602" y="792658"/>
                  <a:pt x="5399137" y="809122"/>
                  <a:pt x="5378827" y="809122"/>
                </a:cubicBezTo>
                <a:lnTo>
                  <a:pt x="36775" y="809122"/>
                </a:lnTo>
                <a:cubicBezTo>
                  <a:pt x="16465" y="809122"/>
                  <a:pt x="0" y="792658"/>
                  <a:pt x="0" y="772348"/>
                </a:cubicBezTo>
                <a:lnTo>
                  <a:pt x="0" y="36775"/>
                </a:lnTo>
                <a:cubicBezTo>
                  <a:pt x="0" y="16478"/>
                  <a:pt x="16478" y="0"/>
                  <a:pt x="367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60869" y="2546896"/>
            <a:ext cx="534204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文件要求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0869" y="2804344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SKILL.md (区分大小写)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0869" y="3025014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没有README.md文件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7312" y="3356018"/>
            <a:ext cx="5415602" cy="1324018"/>
          </a:xfrm>
          <a:custGeom>
            <a:avLst/>
            <a:gdLst/>
            <a:ahLst/>
            <a:cxnLst/>
            <a:rect l="l" t="t" r="r" b="b"/>
            <a:pathLst>
              <a:path w="5415602" h="1324018">
                <a:moveTo>
                  <a:pt x="36781" y="0"/>
                </a:moveTo>
                <a:lnTo>
                  <a:pt x="5378821" y="0"/>
                </a:lnTo>
                <a:cubicBezTo>
                  <a:pt x="5399134" y="0"/>
                  <a:pt x="5415602" y="16468"/>
                  <a:pt x="5415602" y="36781"/>
                </a:cubicBezTo>
                <a:lnTo>
                  <a:pt x="5415602" y="1287237"/>
                </a:lnTo>
                <a:cubicBezTo>
                  <a:pt x="5415602" y="1307551"/>
                  <a:pt x="5399134" y="1324018"/>
                  <a:pt x="5378821" y="1324018"/>
                </a:cubicBezTo>
                <a:lnTo>
                  <a:pt x="36781" y="1324018"/>
                </a:lnTo>
                <a:cubicBezTo>
                  <a:pt x="16468" y="1324018"/>
                  <a:pt x="0" y="1307551"/>
                  <a:pt x="0" y="1287237"/>
                </a:cubicBezTo>
                <a:lnTo>
                  <a:pt x="0" y="36781"/>
                </a:lnTo>
                <a:cubicBezTo>
                  <a:pt x="0" y="16481"/>
                  <a:pt x="16481" y="0"/>
                  <a:pt x="3678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60869" y="3429575"/>
            <a:ext cx="534204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目录示例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0869" y="3696217"/>
            <a:ext cx="1196731" cy="89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your-skill-name/ ├── SKILL.md ├── scripts/ ├── references/ └── assets/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5160" y="1144724"/>
            <a:ext cx="5645466" cy="3650244"/>
          </a:xfrm>
          <a:custGeom>
            <a:avLst/>
            <a:gdLst/>
            <a:ahLst/>
            <a:cxnLst/>
            <a:rect l="l" t="t" r="r" b="b"/>
            <a:pathLst>
              <a:path w="5645466" h="3650244">
                <a:moveTo>
                  <a:pt x="73552" y="0"/>
                </a:moveTo>
                <a:lnTo>
                  <a:pt x="5571914" y="0"/>
                </a:lnTo>
                <a:cubicBezTo>
                  <a:pt x="5612536" y="0"/>
                  <a:pt x="5645466" y="32931"/>
                  <a:pt x="5645466" y="73552"/>
                </a:cubicBezTo>
                <a:lnTo>
                  <a:pt x="5645466" y="3576692"/>
                </a:lnTo>
                <a:cubicBezTo>
                  <a:pt x="5645466" y="3617314"/>
                  <a:pt x="5612536" y="3650244"/>
                  <a:pt x="5571914" y="3650244"/>
                </a:cubicBezTo>
                <a:lnTo>
                  <a:pt x="73552" y="3650244"/>
                </a:lnTo>
                <a:cubicBezTo>
                  <a:pt x="32931" y="3650244"/>
                  <a:pt x="0" y="3617314"/>
                  <a:pt x="0" y="3576692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301585" y="1296434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129586" y="431"/>
                </a:moveTo>
                <a:cubicBezTo>
                  <a:pt x="123480" y="-1329"/>
                  <a:pt x="117123" y="2227"/>
                  <a:pt x="115363" y="8333"/>
                </a:cubicBezTo>
                <a:lnTo>
                  <a:pt x="69390" y="169238"/>
                </a:lnTo>
                <a:cubicBezTo>
                  <a:pt x="67630" y="175343"/>
                  <a:pt x="71186" y="181701"/>
                  <a:pt x="77292" y="183460"/>
                </a:cubicBezTo>
                <a:cubicBezTo>
                  <a:pt x="83398" y="185220"/>
                  <a:pt x="89755" y="181665"/>
                  <a:pt x="91515" y="175559"/>
                </a:cubicBezTo>
                <a:lnTo>
                  <a:pt x="137488" y="14654"/>
                </a:lnTo>
                <a:cubicBezTo>
                  <a:pt x="139247" y="8548"/>
                  <a:pt x="135692" y="2191"/>
                  <a:pt x="129586" y="431"/>
                </a:cubicBezTo>
                <a:close/>
                <a:moveTo>
                  <a:pt x="152788" y="49313"/>
                </a:moveTo>
                <a:cubicBezTo>
                  <a:pt x="148298" y="53803"/>
                  <a:pt x="148298" y="61094"/>
                  <a:pt x="152788" y="65583"/>
                </a:cubicBezTo>
                <a:lnTo>
                  <a:pt x="179150" y="91946"/>
                </a:lnTo>
                <a:lnTo>
                  <a:pt x="152788" y="118308"/>
                </a:lnTo>
                <a:cubicBezTo>
                  <a:pt x="148298" y="122798"/>
                  <a:pt x="148298" y="130089"/>
                  <a:pt x="152788" y="134578"/>
                </a:cubicBezTo>
                <a:cubicBezTo>
                  <a:pt x="157277" y="139068"/>
                  <a:pt x="164568" y="139068"/>
                  <a:pt x="169058" y="134578"/>
                </a:cubicBezTo>
                <a:lnTo>
                  <a:pt x="203538" y="100099"/>
                </a:lnTo>
                <a:cubicBezTo>
                  <a:pt x="208027" y="95609"/>
                  <a:pt x="208027" y="88318"/>
                  <a:pt x="203538" y="83829"/>
                </a:cubicBezTo>
                <a:lnTo>
                  <a:pt x="169058" y="49349"/>
                </a:lnTo>
                <a:cubicBezTo>
                  <a:pt x="164568" y="44859"/>
                  <a:pt x="157277" y="44859"/>
                  <a:pt x="152788" y="49349"/>
                </a:cubicBezTo>
                <a:close/>
                <a:moveTo>
                  <a:pt x="54126" y="49313"/>
                </a:moveTo>
                <a:cubicBezTo>
                  <a:pt x="49636" y="44824"/>
                  <a:pt x="42345" y="44824"/>
                  <a:pt x="37856" y="49313"/>
                </a:cubicBezTo>
                <a:lnTo>
                  <a:pt x="3376" y="83793"/>
                </a:lnTo>
                <a:cubicBezTo>
                  <a:pt x="-1113" y="88282"/>
                  <a:pt x="-1113" y="95573"/>
                  <a:pt x="3376" y="100063"/>
                </a:cubicBezTo>
                <a:lnTo>
                  <a:pt x="37856" y="134542"/>
                </a:lnTo>
                <a:cubicBezTo>
                  <a:pt x="42345" y="139032"/>
                  <a:pt x="49636" y="139032"/>
                  <a:pt x="54126" y="134542"/>
                </a:cubicBezTo>
                <a:cubicBezTo>
                  <a:pt x="58615" y="130053"/>
                  <a:pt x="58615" y="122762"/>
                  <a:pt x="54126" y="118272"/>
                </a:cubicBezTo>
                <a:lnTo>
                  <a:pt x="27763" y="91946"/>
                </a:lnTo>
                <a:lnTo>
                  <a:pt x="54090" y="65583"/>
                </a:lnTo>
                <a:cubicBezTo>
                  <a:pt x="58579" y="61094"/>
                  <a:pt x="58579" y="53803"/>
                  <a:pt x="54090" y="49313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630291" y="1259656"/>
            <a:ext cx="1195294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YAML前言规范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94689" y="1696398"/>
            <a:ext cx="5406407" cy="1149321"/>
          </a:xfrm>
          <a:custGeom>
            <a:avLst/>
            <a:gdLst/>
            <a:ahLst/>
            <a:cxnLst/>
            <a:rect l="l" t="t" r="r" b="b"/>
            <a:pathLst>
              <a:path w="5406407" h="1149321">
                <a:moveTo>
                  <a:pt x="36778" y="0"/>
                </a:moveTo>
                <a:lnTo>
                  <a:pt x="5369629" y="0"/>
                </a:lnTo>
                <a:cubicBezTo>
                  <a:pt x="5389941" y="0"/>
                  <a:pt x="5406407" y="16466"/>
                  <a:pt x="5406407" y="36778"/>
                </a:cubicBezTo>
                <a:lnTo>
                  <a:pt x="5406407" y="1112543"/>
                </a:lnTo>
                <a:cubicBezTo>
                  <a:pt x="5406407" y="1132855"/>
                  <a:pt x="5389941" y="1149321"/>
                  <a:pt x="5369629" y="1149321"/>
                </a:cubicBezTo>
                <a:lnTo>
                  <a:pt x="36778" y="1149321"/>
                </a:lnTo>
                <a:cubicBezTo>
                  <a:pt x="16466" y="1149321"/>
                  <a:pt x="0" y="1132855"/>
                  <a:pt x="0" y="1112543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 w="12700">
            <a:solidFill>
              <a:srgbClr val="8B868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72843" y="1774552"/>
            <a:ext cx="532365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最低格式要求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2843" y="2041195"/>
            <a:ext cx="1711627" cy="70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--- name: your-skill-name description: 功能说明... ---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0092" y="3126154"/>
            <a:ext cx="5415602" cy="588452"/>
          </a:xfrm>
          <a:custGeom>
            <a:avLst/>
            <a:gdLst/>
            <a:ahLst/>
            <a:cxnLst/>
            <a:rect l="l" t="t" r="r" b="b"/>
            <a:pathLst>
              <a:path w="5415602" h="588452">
                <a:moveTo>
                  <a:pt x="36778" y="0"/>
                </a:moveTo>
                <a:lnTo>
                  <a:pt x="5378824" y="0"/>
                </a:lnTo>
                <a:cubicBezTo>
                  <a:pt x="5399136" y="0"/>
                  <a:pt x="5415602" y="16466"/>
                  <a:pt x="5415602" y="36778"/>
                </a:cubicBezTo>
                <a:lnTo>
                  <a:pt x="5415602" y="551674"/>
                </a:lnTo>
                <a:cubicBezTo>
                  <a:pt x="5415602" y="571986"/>
                  <a:pt x="5399136" y="588452"/>
                  <a:pt x="5378824" y="588452"/>
                </a:cubicBezTo>
                <a:lnTo>
                  <a:pt x="36778" y="588452"/>
                </a:lnTo>
                <a:cubicBezTo>
                  <a:pt x="16466" y="588452"/>
                  <a:pt x="0" y="571986"/>
                  <a:pt x="0" y="55167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63648" y="3199710"/>
            <a:ext cx="534204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name要求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3648" y="3457158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短横线命名法,与文件夹名称一致,不能有空格或大写字母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0092" y="3990443"/>
            <a:ext cx="5415602" cy="588452"/>
          </a:xfrm>
          <a:custGeom>
            <a:avLst/>
            <a:gdLst/>
            <a:ahLst/>
            <a:cxnLst/>
            <a:rect l="l" t="t" r="r" b="b"/>
            <a:pathLst>
              <a:path w="5415602" h="588452">
                <a:moveTo>
                  <a:pt x="36778" y="0"/>
                </a:moveTo>
                <a:lnTo>
                  <a:pt x="5378824" y="0"/>
                </a:lnTo>
                <a:cubicBezTo>
                  <a:pt x="5399136" y="0"/>
                  <a:pt x="5415602" y="16466"/>
                  <a:pt x="5415602" y="36778"/>
                </a:cubicBezTo>
                <a:lnTo>
                  <a:pt x="5415602" y="551674"/>
                </a:lnTo>
                <a:cubicBezTo>
                  <a:pt x="5415602" y="571986"/>
                  <a:pt x="5399136" y="588452"/>
                  <a:pt x="5378824" y="588452"/>
                </a:cubicBezTo>
                <a:lnTo>
                  <a:pt x="36778" y="588452"/>
                </a:lnTo>
                <a:cubicBezTo>
                  <a:pt x="16466" y="588452"/>
                  <a:pt x="0" y="571986"/>
                  <a:pt x="0" y="55167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363648" y="4064000"/>
            <a:ext cx="534204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description要求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3648" y="4321448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不超过1024字符,禁止XML标签,包含功能说明+使用时机+核心能力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6172" y="4873122"/>
            <a:ext cx="5636271" cy="1618244"/>
          </a:xfrm>
          <a:custGeom>
            <a:avLst/>
            <a:gdLst/>
            <a:ahLst/>
            <a:cxnLst/>
            <a:rect l="l" t="t" r="r" b="b"/>
            <a:pathLst>
              <a:path w="5636271" h="1618244">
                <a:moveTo>
                  <a:pt x="36778" y="0"/>
                </a:moveTo>
                <a:lnTo>
                  <a:pt x="5562722" y="0"/>
                </a:lnTo>
                <a:cubicBezTo>
                  <a:pt x="5603342" y="0"/>
                  <a:pt x="5636271" y="32929"/>
                  <a:pt x="5636271" y="73549"/>
                </a:cubicBezTo>
                <a:lnTo>
                  <a:pt x="5636271" y="1544695"/>
                </a:lnTo>
                <a:cubicBezTo>
                  <a:pt x="5636271" y="1585315"/>
                  <a:pt x="5603342" y="1618244"/>
                  <a:pt x="5562722" y="1618244"/>
                </a:cubicBezTo>
                <a:lnTo>
                  <a:pt x="36778" y="1618244"/>
                </a:lnTo>
                <a:cubicBezTo>
                  <a:pt x="16466" y="1618244"/>
                  <a:pt x="0" y="1601778"/>
                  <a:pt x="0" y="1581466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86172" y="4873122"/>
            <a:ext cx="36778" cy="1618244"/>
          </a:xfrm>
          <a:custGeom>
            <a:avLst/>
            <a:gdLst/>
            <a:ahLst/>
            <a:cxnLst/>
            <a:rect l="l" t="t" r="r" b="b"/>
            <a:pathLst>
              <a:path w="36778" h="1618244">
                <a:moveTo>
                  <a:pt x="36778" y="0"/>
                </a:moveTo>
                <a:lnTo>
                  <a:pt x="36778" y="0"/>
                </a:lnTo>
                <a:lnTo>
                  <a:pt x="36778" y="1618244"/>
                </a:lnTo>
                <a:lnTo>
                  <a:pt x="36778" y="1618244"/>
                </a:lnTo>
                <a:cubicBezTo>
                  <a:pt x="16466" y="1618244"/>
                  <a:pt x="0" y="1601778"/>
                  <a:pt x="0" y="1581466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3285" y="5020235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97807" y="61115"/>
                </a:moveTo>
                <a:lnTo>
                  <a:pt x="74821" y="97893"/>
                </a:lnTo>
                <a:cubicBezTo>
                  <a:pt x="73614" y="99819"/>
                  <a:pt x="71545" y="101025"/>
                  <a:pt x="69275" y="101140"/>
                </a:cubicBezTo>
                <a:cubicBezTo>
                  <a:pt x="67005" y="101255"/>
                  <a:pt x="64822" y="100221"/>
                  <a:pt x="63471" y="98382"/>
                </a:cubicBezTo>
                <a:lnTo>
                  <a:pt x="49679" y="79993"/>
                </a:lnTo>
                <a:cubicBezTo>
                  <a:pt x="47381" y="76947"/>
                  <a:pt x="48013" y="72637"/>
                  <a:pt x="51059" y="70338"/>
                </a:cubicBezTo>
                <a:cubicBezTo>
                  <a:pt x="54104" y="68040"/>
                  <a:pt x="58414" y="68672"/>
                  <a:pt x="60713" y="71718"/>
                </a:cubicBezTo>
                <a:lnTo>
                  <a:pt x="68471" y="82062"/>
                </a:lnTo>
                <a:lnTo>
                  <a:pt x="86113" y="53817"/>
                </a:lnTo>
                <a:cubicBezTo>
                  <a:pt x="88124" y="50599"/>
                  <a:pt x="92377" y="49593"/>
                  <a:pt x="95624" y="51633"/>
                </a:cubicBezTo>
                <a:cubicBezTo>
                  <a:pt x="98870" y="53673"/>
                  <a:pt x="99847" y="57897"/>
                  <a:pt x="97807" y="61144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72344" y="4983457"/>
            <a:ext cx="141596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优秀description案例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4896" y="5277683"/>
            <a:ext cx="5397213" cy="514896"/>
          </a:xfrm>
          <a:custGeom>
            <a:avLst/>
            <a:gdLst/>
            <a:ahLst/>
            <a:cxnLst/>
            <a:rect l="l" t="t" r="r" b="b"/>
            <a:pathLst>
              <a:path w="5397213" h="514896">
                <a:moveTo>
                  <a:pt x="36779" y="0"/>
                </a:moveTo>
                <a:lnTo>
                  <a:pt x="5360434" y="0"/>
                </a:lnTo>
                <a:cubicBezTo>
                  <a:pt x="5380746" y="0"/>
                  <a:pt x="5397213" y="16467"/>
                  <a:pt x="5397213" y="36779"/>
                </a:cubicBezTo>
                <a:lnTo>
                  <a:pt x="5397213" y="478117"/>
                </a:lnTo>
                <a:cubicBezTo>
                  <a:pt x="5397213" y="498429"/>
                  <a:pt x="5380746" y="514896"/>
                  <a:pt x="5360434" y="514896"/>
                </a:cubicBezTo>
                <a:lnTo>
                  <a:pt x="36779" y="514896"/>
                </a:lnTo>
                <a:cubicBezTo>
                  <a:pt x="16467" y="514896"/>
                  <a:pt x="0" y="498429"/>
                  <a:pt x="0" y="478117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88452" y="5351240"/>
            <a:ext cx="531446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Figma设计分析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8452" y="5535131"/>
            <a:ext cx="531446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分析Figma文件并生成开发者交接文档...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4896" y="5866136"/>
            <a:ext cx="5397213" cy="514896"/>
          </a:xfrm>
          <a:custGeom>
            <a:avLst/>
            <a:gdLst/>
            <a:ahLst/>
            <a:cxnLst/>
            <a:rect l="l" t="t" r="r" b="b"/>
            <a:pathLst>
              <a:path w="5397213" h="514896">
                <a:moveTo>
                  <a:pt x="36779" y="0"/>
                </a:moveTo>
                <a:lnTo>
                  <a:pt x="5360434" y="0"/>
                </a:lnTo>
                <a:cubicBezTo>
                  <a:pt x="5380746" y="0"/>
                  <a:pt x="5397213" y="16467"/>
                  <a:pt x="5397213" y="36779"/>
                </a:cubicBezTo>
                <a:lnTo>
                  <a:pt x="5397213" y="478117"/>
                </a:lnTo>
                <a:cubicBezTo>
                  <a:pt x="5397213" y="498429"/>
                  <a:pt x="5380746" y="514896"/>
                  <a:pt x="5360434" y="514896"/>
                </a:cubicBezTo>
                <a:lnTo>
                  <a:pt x="36779" y="514896"/>
                </a:lnTo>
                <a:cubicBezTo>
                  <a:pt x="16467" y="514896"/>
                  <a:pt x="0" y="498429"/>
                  <a:pt x="0" y="478117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88452" y="5939692"/>
            <a:ext cx="531446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Linear项目管理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8452" y="6123584"/>
            <a:ext cx="531446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管理Linear项目工作流,包括sprint规划...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8951" y="4873122"/>
            <a:ext cx="5636271" cy="1618244"/>
          </a:xfrm>
          <a:custGeom>
            <a:avLst/>
            <a:gdLst/>
            <a:ahLst/>
            <a:cxnLst/>
            <a:rect l="l" t="t" r="r" b="b"/>
            <a:pathLst>
              <a:path w="5636271" h="1618244">
                <a:moveTo>
                  <a:pt x="36778" y="0"/>
                </a:moveTo>
                <a:lnTo>
                  <a:pt x="5562722" y="0"/>
                </a:lnTo>
                <a:cubicBezTo>
                  <a:pt x="5603342" y="0"/>
                  <a:pt x="5636271" y="32929"/>
                  <a:pt x="5636271" y="73549"/>
                </a:cubicBezTo>
                <a:lnTo>
                  <a:pt x="5636271" y="1544695"/>
                </a:lnTo>
                <a:cubicBezTo>
                  <a:pt x="5636271" y="1585315"/>
                  <a:pt x="5603342" y="1618244"/>
                  <a:pt x="5562722" y="1618244"/>
                </a:cubicBezTo>
                <a:lnTo>
                  <a:pt x="36778" y="1618244"/>
                </a:lnTo>
                <a:cubicBezTo>
                  <a:pt x="16466" y="1618244"/>
                  <a:pt x="0" y="1601778"/>
                  <a:pt x="0" y="1581466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188951" y="4873122"/>
            <a:ext cx="36778" cy="1618244"/>
          </a:xfrm>
          <a:custGeom>
            <a:avLst/>
            <a:gdLst/>
            <a:ahLst/>
            <a:cxnLst/>
            <a:rect l="l" t="t" r="r" b="b"/>
            <a:pathLst>
              <a:path w="36778" h="1618244">
                <a:moveTo>
                  <a:pt x="36778" y="0"/>
                </a:moveTo>
                <a:lnTo>
                  <a:pt x="36778" y="0"/>
                </a:lnTo>
                <a:lnTo>
                  <a:pt x="36778" y="1618244"/>
                </a:lnTo>
                <a:lnTo>
                  <a:pt x="36778" y="1618244"/>
                </a:lnTo>
                <a:cubicBezTo>
                  <a:pt x="16466" y="1618244"/>
                  <a:pt x="0" y="1601778"/>
                  <a:pt x="0" y="1581466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336064" y="5020235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47984" y="47984"/>
                </a:moveTo>
                <a:cubicBezTo>
                  <a:pt x="50685" y="45283"/>
                  <a:pt x="55052" y="45283"/>
                  <a:pt x="57725" y="47984"/>
                </a:cubicBezTo>
                <a:lnTo>
                  <a:pt x="73528" y="63787"/>
                </a:lnTo>
                <a:lnTo>
                  <a:pt x="89331" y="47984"/>
                </a:lnTo>
                <a:cubicBezTo>
                  <a:pt x="92032" y="45283"/>
                  <a:pt x="96399" y="45283"/>
                  <a:pt x="99071" y="47984"/>
                </a:cubicBezTo>
                <a:cubicBezTo>
                  <a:pt x="101744" y="50685"/>
                  <a:pt x="101772" y="55052"/>
                  <a:pt x="99071" y="57725"/>
                </a:cubicBezTo>
                <a:lnTo>
                  <a:pt x="83268" y="73528"/>
                </a:lnTo>
                <a:lnTo>
                  <a:pt x="99071" y="89331"/>
                </a:lnTo>
                <a:cubicBezTo>
                  <a:pt x="101772" y="92032"/>
                  <a:pt x="101772" y="96399"/>
                  <a:pt x="99071" y="99071"/>
                </a:cubicBezTo>
                <a:cubicBezTo>
                  <a:pt x="96371" y="101744"/>
                  <a:pt x="92003" y="101772"/>
                  <a:pt x="89331" y="99071"/>
                </a:cubicBezTo>
                <a:lnTo>
                  <a:pt x="73528" y="83268"/>
                </a:lnTo>
                <a:lnTo>
                  <a:pt x="57725" y="99071"/>
                </a:lnTo>
                <a:cubicBezTo>
                  <a:pt x="55024" y="101772"/>
                  <a:pt x="50656" y="101772"/>
                  <a:pt x="47984" y="99071"/>
                </a:cubicBezTo>
                <a:cubicBezTo>
                  <a:pt x="45312" y="96371"/>
                  <a:pt x="45283" y="92003"/>
                  <a:pt x="47984" y="89331"/>
                </a:cubicBezTo>
                <a:lnTo>
                  <a:pt x="63787" y="73528"/>
                </a:lnTo>
                <a:lnTo>
                  <a:pt x="47984" y="57725"/>
                </a:lnTo>
                <a:cubicBezTo>
                  <a:pt x="45283" y="55024"/>
                  <a:pt x="45283" y="50656"/>
                  <a:pt x="47984" y="47984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75123" y="4983457"/>
            <a:ext cx="66200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反面案例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7675" y="5277683"/>
            <a:ext cx="5397213" cy="331005"/>
          </a:xfrm>
          <a:custGeom>
            <a:avLst/>
            <a:gdLst/>
            <a:ahLst/>
            <a:cxnLst/>
            <a:rect l="l" t="t" r="r" b="b"/>
            <a:pathLst>
              <a:path w="5397213" h="331005">
                <a:moveTo>
                  <a:pt x="36778" y="0"/>
                </a:moveTo>
                <a:lnTo>
                  <a:pt x="5360435" y="0"/>
                </a:lnTo>
                <a:cubicBezTo>
                  <a:pt x="5380747" y="0"/>
                  <a:pt x="5397213" y="16466"/>
                  <a:pt x="5397213" y="36778"/>
                </a:cubicBezTo>
                <a:lnTo>
                  <a:pt x="5397213" y="294227"/>
                </a:lnTo>
                <a:cubicBezTo>
                  <a:pt x="5397213" y="314538"/>
                  <a:pt x="5380747" y="331005"/>
                  <a:pt x="5360435" y="331005"/>
                </a:cubicBezTo>
                <a:lnTo>
                  <a:pt x="36778" y="331005"/>
                </a:lnTo>
                <a:cubicBezTo>
                  <a:pt x="16480" y="331005"/>
                  <a:pt x="0" y="314525"/>
                  <a:pt x="0" y="294227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391232" y="5351240"/>
            <a:ext cx="531446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"项目提供帮助" - 过于笼统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17675" y="5682244"/>
            <a:ext cx="5397213" cy="331005"/>
          </a:xfrm>
          <a:custGeom>
            <a:avLst/>
            <a:gdLst/>
            <a:ahLst/>
            <a:cxnLst/>
            <a:rect l="l" t="t" r="r" b="b"/>
            <a:pathLst>
              <a:path w="5397213" h="331005">
                <a:moveTo>
                  <a:pt x="36778" y="0"/>
                </a:moveTo>
                <a:lnTo>
                  <a:pt x="5360435" y="0"/>
                </a:lnTo>
                <a:cubicBezTo>
                  <a:pt x="5380747" y="0"/>
                  <a:pt x="5397213" y="16466"/>
                  <a:pt x="5397213" y="36778"/>
                </a:cubicBezTo>
                <a:lnTo>
                  <a:pt x="5397213" y="294227"/>
                </a:lnTo>
                <a:cubicBezTo>
                  <a:pt x="5397213" y="314538"/>
                  <a:pt x="5380747" y="331005"/>
                  <a:pt x="5360435" y="331005"/>
                </a:cubicBezTo>
                <a:lnTo>
                  <a:pt x="36778" y="331005"/>
                </a:lnTo>
                <a:cubicBezTo>
                  <a:pt x="16480" y="331005"/>
                  <a:pt x="0" y="314525"/>
                  <a:pt x="0" y="294227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391232" y="5755801"/>
            <a:ext cx="531446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"创建复杂的多页文档系统" - 无触发条件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EB3DA-CD84-C659-7739-4F3E420C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F7A2C8-B99C-1864-79C2-B3A30342AF44}"/>
              </a:ext>
            </a:extLst>
          </p:cNvPr>
          <p:cNvSpPr/>
          <p:nvPr/>
        </p:nvSpPr>
        <p:spPr>
          <a:xfrm>
            <a:off x="367783" y="367783"/>
            <a:ext cx="55167" cy="367783"/>
          </a:xfrm>
          <a:custGeom>
            <a:avLst/>
            <a:gdLst/>
            <a:ahLst/>
            <a:cxnLst/>
            <a:rect l="l" t="t" r="r" b="b"/>
            <a:pathLst>
              <a:path w="55167" h="367783">
                <a:moveTo>
                  <a:pt x="0" y="0"/>
                </a:moveTo>
                <a:lnTo>
                  <a:pt x="55167" y="0"/>
                </a:lnTo>
                <a:lnTo>
                  <a:pt x="55167" y="367783"/>
                </a:lnTo>
                <a:lnTo>
                  <a:pt x="0" y="367783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6717E3-F8DD-2836-7640-EF5088ABED02}"/>
              </a:ext>
            </a:extLst>
          </p:cNvPr>
          <p:cNvSpPr/>
          <p:nvPr/>
        </p:nvSpPr>
        <p:spPr>
          <a:xfrm>
            <a:off x="533285" y="367783"/>
            <a:ext cx="4992652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6" b="1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</a:t>
            </a:r>
            <a:r>
              <a:rPr kumimoji="0" lang="zh-CN" altLang="en-US" sz="2606" b="1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优化方向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A8AEA3-1AF4-1853-4F64-4454B82249D2}"/>
              </a:ext>
            </a:extLst>
          </p:cNvPr>
          <p:cNvSpPr/>
          <p:nvPr/>
        </p:nvSpPr>
        <p:spPr>
          <a:xfrm>
            <a:off x="551674" y="809122"/>
            <a:ext cx="11355294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3" b="0" i="0" u="none" strike="noStrike" kern="1200" cap="none" spc="0" normalizeH="0" baseline="0" noProof="0" dirty="0">
                <a:ln>
                  <a:noFill/>
                </a:ln>
                <a:solidFill>
                  <a:srgbClr val="8B868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完整的SKILLS编写规范与最佳实践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5AE193F-F3F3-F318-A2E6-AFBCE5C55474}"/>
              </a:ext>
            </a:extLst>
          </p:cNvPr>
          <p:cNvSpPr/>
          <p:nvPr/>
        </p:nvSpPr>
        <p:spPr>
          <a:xfrm>
            <a:off x="399791" y="1140126"/>
            <a:ext cx="5645466" cy="5522776"/>
          </a:xfrm>
          <a:custGeom>
            <a:avLst/>
            <a:gdLst/>
            <a:ahLst/>
            <a:cxnLst/>
            <a:rect l="l" t="t" r="r" b="b"/>
            <a:pathLst>
              <a:path w="5645466" h="3650244">
                <a:moveTo>
                  <a:pt x="73552" y="0"/>
                </a:moveTo>
                <a:lnTo>
                  <a:pt x="5571914" y="0"/>
                </a:lnTo>
                <a:cubicBezTo>
                  <a:pt x="5612536" y="0"/>
                  <a:pt x="5645466" y="32931"/>
                  <a:pt x="5645466" y="73552"/>
                </a:cubicBezTo>
                <a:lnTo>
                  <a:pt x="5645466" y="3576692"/>
                </a:lnTo>
                <a:cubicBezTo>
                  <a:pt x="5645466" y="3617314"/>
                  <a:pt x="5612536" y="3650244"/>
                  <a:pt x="5571914" y="3650244"/>
                </a:cubicBezTo>
                <a:lnTo>
                  <a:pt x="73552" y="3650244"/>
                </a:lnTo>
                <a:cubicBezTo>
                  <a:pt x="32931" y="3650244"/>
                  <a:pt x="0" y="3617314"/>
                  <a:pt x="0" y="3576692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E11C243-AA5A-160D-051F-2B22B0917149}"/>
              </a:ext>
            </a:extLst>
          </p:cNvPr>
          <p:cNvSpPr/>
          <p:nvPr/>
        </p:nvSpPr>
        <p:spPr>
          <a:xfrm>
            <a:off x="510299" y="1296434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22986" y="160905"/>
                </a:moveTo>
                <a:lnTo>
                  <a:pt x="160905" y="160905"/>
                </a:lnTo>
                <a:cubicBezTo>
                  <a:pt x="173583" y="160905"/>
                  <a:pt x="183891" y="150597"/>
                  <a:pt x="183891" y="137919"/>
                </a:cubicBezTo>
                <a:lnTo>
                  <a:pt x="183891" y="51719"/>
                </a:lnTo>
                <a:cubicBezTo>
                  <a:pt x="183891" y="39041"/>
                  <a:pt x="173583" y="28733"/>
                  <a:pt x="160905" y="28733"/>
                </a:cubicBezTo>
                <a:lnTo>
                  <a:pt x="107282" y="28733"/>
                </a:lnTo>
                <a:cubicBezTo>
                  <a:pt x="104804" y="28733"/>
                  <a:pt x="102361" y="27943"/>
                  <a:pt x="100386" y="26434"/>
                </a:cubicBezTo>
                <a:lnTo>
                  <a:pt x="86594" y="16090"/>
                </a:lnTo>
                <a:cubicBezTo>
                  <a:pt x="82607" y="13109"/>
                  <a:pt x="77759" y="11493"/>
                  <a:pt x="72802" y="11493"/>
                </a:cubicBezTo>
                <a:lnTo>
                  <a:pt x="22986" y="11493"/>
                </a:lnTo>
                <a:cubicBezTo>
                  <a:pt x="10308" y="11493"/>
                  <a:pt x="0" y="21801"/>
                  <a:pt x="0" y="34480"/>
                </a:cubicBezTo>
                <a:lnTo>
                  <a:pt x="0" y="137919"/>
                </a:lnTo>
                <a:cubicBezTo>
                  <a:pt x="0" y="150597"/>
                  <a:pt x="10308" y="160905"/>
                  <a:pt x="22986" y="160905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679246-B013-F2D8-586C-9B134988AFD5}"/>
              </a:ext>
            </a:extLst>
          </p:cNvPr>
          <p:cNvSpPr/>
          <p:nvPr/>
        </p:nvSpPr>
        <p:spPr>
          <a:xfrm>
            <a:off x="827511" y="1259656"/>
            <a:ext cx="1075765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3" b="1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触发不足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12B96A-1733-4246-558C-16A2757B36EF}"/>
              </a:ext>
            </a:extLst>
          </p:cNvPr>
          <p:cNvSpPr/>
          <p:nvPr/>
        </p:nvSpPr>
        <p:spPr>
          <a:xfrm>
            <a:off x="487312" y="1590661"/>
            <a:ext cx="5415602" cy="809122"/>
          </a:xfrm>
          <a:custGeom>
            <a:avLst/>
            <a:gdLst/>
            <a:ahLst/>
            <a:cxnLst/>
            <a:rect l="l" t="t" r="r" b="b"/>
            <a:pathLst>
              <a:path w="5415602" h="809122">
                <a:moveTo>
                  <a:pt x="36775" y="0"/>
                </a:moveTo>
                <a:lnTo>
                  <a:pt x="5378827" y="0"/>
                </a:lnTo>
                <a:cubicBezTo>
                  <a:pt x="5399137" y="0"/>
                  <a:pt x="5415602" y="16465"/>
                  <a:pt x="5415602" y="36775"/>
                </a:cubicBezTo>
                <a:lnTo>
                  <a:pt x="5415602" y="772348"/>
                </a:lnTo>
                <a:cubicBezTo>
                  <a:pt x="5415602" y="792658"/>
                  <a:pt x="5399137" y="809122"/>
                  <a:pt x="5378827" y="809122"/>
                </a:cubicBezTo>
                <a:lnTo>
                  <a:pt x="36775" y="809122"/>
                </a:lnTo>
                <a:cubicBezTo>
                  <a:pt x="16465" y="809122"/>
                  <a:pt x="0" y="792658"/>
                  <a:pt x="0" y="772348"/>
                </a:cubicBezTo>
                <a:lnTo>
                  <a:pt x="0" y="36775"/>
                </a:lnTo>
                <a:cubicBezTo>
                  <a:pt x="0" y="16478"/>
                  <a:pt x="16478" y="0"/>
                  <a:pt x="367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4947E5-4C68-9B5E-25E7-5E07A5E21B5F}"/>
              </a:ext>
            </a:extLst>
          </p:cNvPr>
          <p:cNvSpPr/>
          <p:nvPr/>
        </p:nvSpPr>
        <p:spPr>
          <a:xfrm>
            <a:off x="560869" y="1921665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20000"/>
              </a:lnSpc>
            </a:pP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在描述中添加更多细节和细微差别 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包括特别是技术术语，相关的关键词，可以询问模型你会在什么时候使用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技能名称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这个技能？来进行优化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74D4D56-27A8-1335-C888-E5622BEE6AE3}"/>
              </a:ext>
            </a:extLst>
          </p:cNvPr>
          <p:cNvSpPr/>
          <p:nvPr/>
        </p:nvSpPr>
        <p:spPr>
          <a:xfrm>
            <a:off x="6175160" y="1144724"/>
            <a:ext cx="5645466" cy="5446576"/>
          </a:xfrm>
          <a:custGeom>
            <a:avLst/>
            <a:gdLst/>
            <a:ahLst/>
            <a:cxnLst/>
            <a:rect l="l" t="t" r="r" b="b"/>
            <a:pathLst>
              <a:path w="5645466" h="3650244">
                <a:moveTo>
                  <a:pt x="73552" y="0"/>
                </a:moveTo>
                <a:lnTo>
                  <a:pt x="5571914" y="0"/>
                </a:lnTo>
                <a:cubicBezTo>
                  <a:pt x="5612536" y="0"/>
                  <a:pt x="5645466" y="32931"/>
                  <a:pt x="5645466" y="73552"/>
                </a:cubicBezTo>
                <a:lnTo>
                  <a:pt x="5645466" y="3576692"/>
                </a:lnTo>
                <a:cubicBezTo>
                  <a:pt x="5645466" y="3617314"/>
                  <a:pt x="5612536" y="3650244"/>
                  <a:pt x="5571914" y="3650244"/>
                </a:cubicBezTo>
                <a:lnTo>
                  <a:pt x="73552" y="3650244"/>
                </a:lnTo>
                <a:cubicBezTo>
                  <a:pt x="32931" y="3650244"/>
                  <a:pt x="0" y="3617314"/>
                  <a:pt x="0" y="3576692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E085789-6BA1-4B05-CD0D-7C242F7052C3}"/>
              </a:ext>
            </a:extLst>
          </p:cNvPr>
          <p:cNvSpPr/>
          <p:nvPr/>
        </p:nvSpPr>
        <p:spPr>
          <a:xfrm>
            <a:off x="6301585" y="1296434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129586" y="431"/>
                </a:moveTo>
                <a:cubicBezTo>
                  <a:pt x="123480" y="-1329"/>
                  <a:pt x="117123" y="2227"/>
                  <a:pt x="115363" y="8333"/>
                </a:cubicBezTo>
                <a:lnTo>
                  <a:pt x="69390" y="169238"/>
                </a:lnTo>
                <a:cubicBezTo>
                  <a:pt x="67630" y="175343"/>
                  <a:pt x="71186" y="181701"/>
                  <a:pt x="77292" y="183460"/>
                </a:cubicBezTo>
                <a:cubicBezTo>
                  <a:pt x="83398" y="185220"/>
                  <a:pt x="89755" y="181665"/>
                  <a:pt x="91515" y="175559"/>
                </a:cubicBezTo>
                <a:lnTo>
                  <a:pt x="137488" y="14654"/>
                </a:lnTo>
                <a:cubicBezTo>
                  <a:pt x="139247" y="8548"/>
                  <a:pt x="135692" y="2191"/>
                  <a:pt x="129586" y="431"/>
                </a:cubicBezTo>
                <a:close/>
                <a:moveTo>
                  <a:pt x="152788" y="49313"/>
                </a:moveTo>
                <a:cubicBezTo>
                  <a:pt x="148298" y="53803"/>
                  <a:pt x="148298" y="61094"/>
                  <a:pt x="152788" y="65583"/>
                </a:cubicBezTo>
                <a:lnTo>
                  <a:pt x="179150" y="91946"/>
                </a:lnTo>
                <a:lnTo>
                  <a:pt x="152788" y="118308"/>
                </a:lnTo>
                <a:cubicBezTo>
                  <a:pt x="148298" y="122798"/>
                  <a:pt x="148298" y="130089"/>
                  <a:pt x="152788" y="134578"/>
                </a:cubicBezTo>
                <a:cubicBezTo>
                  <a:pt x="157277" y="139068"/>
                  <a:pt x="164568" y="139068"/>
                  <a:pt x="169058" y="134578"/>
                </a:cubicBezTo>
                <a:lnTo>
                  <a:pt x="203538" y="100099"/>
                </a:lnTo>
                <a:cubicBezTo>
                  <a:pt x="208027" y="95609"/>
                  <a:pt x="208027" y="88318"/>
                  <a:pt x="203538" y="83829"/>
                </a:cubicBezTo>
                <a:lnTo>
                  <a:pt x="169058" y="49349"/>
                </a:lnTo>
                <a:cubicBezTo>
                  <a:pt x="164568" y="44859"/>
                  <a:pt x="157277" y="44859"/>
                  <a:pt x="152788" y="49349"/>
                </a:cubicBezTo>
                <a:close/>
                <a:moveTo>
                  <a:pt x="54126" y="49313"/>
                </a:moveTo>
                <a:cubicBezTo>
                  <a:pt x="49636" y="44824"/>
                  <a:pt x="42345" y="44824"/>
                  <a:pt x="37856" y="49313"/>
                </a:cubicBezTo>
                <a:lnTo>
                  <a:pt x="3376" y="83793"/>
                </a:lnTo>
                <a:cubicBezTo>
                  <a:pt x="-1113" y="88282"/>
                  <a:pt x="-1113" y="95573"/>
                  <a:pt x="3376" y="100063"/>
                </a:cubicBezTo>
                <a:lnTo>
                  <a:pt x="37856" y="134542"/>
                </a:lnTo>
                <a:cubicBezTo>
                  <a:pt x="42345" y="139032"/>
                  <a:pt x="49636" y="139032"/>
                  <a:pt x="54126" y="134542"/>
                </a:cubicBezTo>
                <a:cubicBezTo>
                  <a:pt x="58615" y="130053"/>
                  <a:pt x="58615" y="122762"/>
                  <a:pt x="54126" y="118272"/>
                </a:cubicBezTo>
                <a:lnTo>
                  <a:pt x="27763" y="91946"/>
                </a:lnTo>
                <a:lnTo>
                  <a:pt x="54090" y="65583"/>
                </a:lnTo>
                <a:cubicBezTo>
                  <a:pt x="58579" y="61094"/>
                  <a:pt x="58579" y="53803"/>
                  <a:pt x="54090" y="49313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81805B5-B589-A4DB-9EE6-BF7CBB875246}"/>
              </a:ext>
            </a:extLst>
          </p:cNvPr>
          <p:cNvSpPr/>
          <p:nvPr/>
        </p:nvSpPr>
        <p:spPr>
          <a:xfrm>
            <a:off x="6630291" y="1259656"/>
            <a:ext cx="1195294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3" b="1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执行问题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08D81A2-93F8-4CB9-1BF1-373E53FD7736}"/>
              </a:ext>
            </a:extLst>
          </p:cNvPr>
          <p:cNvSpPr/>
          <p:nvPr/>
        </p:nvSpPr>
        <p:spPr>
          <a:xfrm>
            <a:off x="6229321" y="2200275"/>
            <a:ext cx="5591305" cy="2838174"/>
          </a:xfrm>
          <a:custGeom>
            <a:avLst/>
            <a:gdLst/>
            <a:ahLst/>
            <a:cxnLst/>
            <a:rect l="l" t="t" r="r" b="b"/>
            <a:pathLst>
              <a:path w="5406407" h="1149321">
                <a:moveTo>
                  <a:pt x="36778" y="0"/>
                </a:moveTo>
                <a:lnTo>
                  <a:pt x="5369629" y="0"/>
                </a:lnTo>
                <a:cubicBezTo>
                  <a:pt x="5389941" y="0"/>
                  <a:pt x="5406407" y="16466"/>
                  <a:pt x="5406407" y="36778"/>
                </a:cubicBezTo>
                <a:lnTo>
                  <a:pt x="5406407" y="1112543"/>
                </a:lnTo>
                <a:cubicBezTo>
                  <a:pt x="5406407" y="1132855"/>
                  <a:pt x="5389941" y="1149321"/>
                  <a:pt x="5369629" y="1149321"/>
                </a:cubicBezTo>
                <a:lnTo>
                  <a:pt x="36778" y="1149321"/>
                </a:lnTo>
                <a:cubicBezTo>
                  <a:pt x="16466" y="1149321"/>
                  <a:pt x="0" y="1132855"/>
                  <a:pt x="0" y="1112543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 w="12700">
            <a:solidFill>
              <a:srgbClr val="8B868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87CBB4E-3BAD-AB1A-EB5E-E68E19E0AC36}"/>
              </a:ext>
            </a:extLst>
          </p:cNvPr>
          <p:cNvSpPr/>
          <p:nvPr/>
        </p:nvSpPr>
        <p:spPr>
          <a:xfrm>
            <a:off x="6422709" y="2978495"/>
            <a:ext cx="5645466" cy="70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解决方案：改进指令，增加错误处理；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– 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保持指令简洁明了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– 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将详细参考资料移至独立文件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– 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将关键指令置于顶部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– 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使用</a:t>
            </a: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##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重点或</a:t>
            </a: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##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关键标题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– 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必要时重复关键点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- 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对于关键验证任务，建议将检查流程打包成脚本，通过编程方式执行检查，而非依赖语言指令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- 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对于模型偷懒的问题尤其是</a:t>
            </a: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GLM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和第三方服务商的量化模型：在用户提示词中加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请从容细致地完成此项工作，质量比速度更重要，不要跳过验证步骤等关键点，另外如果使用</a:t>
            </a:r>
            <a:r>
              <a:rPr kumimoji="0" lang="en-US" altLang="zh-CN" sz="1014" b="0" i="0" u="none" strike="noStrike" kern="1200" cap="none" spc="0" normalizeH="0" baseline="0" noProof="0" dirty="0" err="1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openclaw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之类的可以再</a:t>
            </a:r>
            <a:r>
              <a:rPr kumimoji="0" lang="en-US" altLang="zh-CN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soul.md</a:t>
            </a:r>
            <a:r>
              <a:rPr kumimoji="0" lang="zh-CN" altLang="en-US" sz="1014" b="0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中塑造严谨细致性格来帮助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33DEC4EE-4BCC-E75E-1783-BE0C24560513}"/>
              </a:ext>
            </a:extLst>
          </p:cNvPr>
          <p:cNvSpPr/>
          <p:nvPr/>
        </p:nvSpPr>
        <p:spPr>
          <a:xfrm>
            <a:off x="827511" y="3532093"/>
            <a:ext cx="1075765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3" b="1" i="0" u="none" strike="noStrike" kern="1200" cap="none" spc="0" normalizeH="0" baseline="0" noProof="0" dirty="0">
                <a:ln>
                  <a:noFill/>
                </a:ln>
                <a:solidFill>
                  <a:srgbClr val="E5E5E5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过度触发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10B20AA7-AE07-071B-BB31-4EAC46D25E60}"/>
              </a:ext>
            </a:extLst>
          </p:cNvPr>
          <p:cNvSpPr/>
          <p:nvPr/>
        </p:nvSpPr>
        <p:spPr>
          <a:xfrm>
            <a:off x="536288" y="3584329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22986" y="160905"/>
                </a:moveTo>
                <a:lnTo>
                  <a:pt x="160905" y="160905"/>
                </a:lnTo>
                <a:cubicBezTo>
                  <a:pt x="173583" y="160905"/>
                  <a:pt x="183891" y="150597"/>
                  <a:pt x="183891" y="137919"/>
                </a:cubicBezTo>
                <a:lnTo>
                  <a:pt x="183891" y="51719"/>
                </a:lnTo>
                <a:cubicBezTo>
                  <a:pt x="183891" y="39041"/>
                  <a:pt x="173583" y="28733"/>
                  <a:pt x="160905" y="28733"/>
                </a:cubicBezTo>
                <a:lnTo>
                  <a:pt x="107282" y="28733"/>
                </a:lnTo>
                <a:cubicBezTo>
                  <a:pt x="104804" y="28733"/>
                  <a:pt x="102361" y="27943"/>
                  <a:pt x="100386" y="26434"/>
                </a:cubicBezTo>
                <a:lnTo>
                  <a:pt x="86594" y="16090"/>
                </a:lnTo>
                <a:cubicBezTo>
                  <a:pt x="82607" y="13109"/>
                  <a:pt x="77759" y="11493"/>
                  <a:pt x="72802" y="11493"/>
                </a:cubicBezTo>
                <a:lnTo>
                  <a:pt x="22986" y="11493"/>
                </a:lnTo>
                <a:cubicBezTo>
                  <a:pt x="10308" y="11493"/>
                  <a:pt x="0" y="21801"/>
                  <a:pt x="0" y="34480"/>
                </a:cubicBezTo>
                <a:lnTo>
                  <a:pt x="0" y="137919"/>
                </a:lnTo>
                <a:cubicBezTo>
                  <a:pt x="0" y="150597"/>
                  <a:pt x="10308" y="160905"/>
                  <a:pt x="22986" y="160905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C1739383-489A-8541-99DD-99D88B6C7F98}"/>
              </a:ext>
            </a:extLst>
          </p:cNvPr>
          <p:cNvSpPr/>
          <p:nvPr/>
        </p:nvSpPr>
        <p:spPr>
          <a:xfrm>
            <a:off x="514723" y="4569526"/>
            <a:ext cx="5415602" cy="809122"/>
          </a:xfrm>
          <a:custGeom>
            <a:avLst/>
            <a:gdLst/>
            <a:ahLst/>
            <a:cxnLst/>
            <a:rect l="l" t="t" r="r" b="b"/>
            <a:pathLst>
              <a:path w="5415602" h="809122">
                <a:moveTo>
                  <a:pt x="36775" y="0"/>
                </a:moveTo>
                <a:lnTo>
                  <a:pt x="5378827" y="0"/>
                </a:lnTo>
                <a:cubicBezTo>
                  <a:pt x="5399137" y="0"/>
                  <a:pt x="5415602" y="16465"/>
                  <a:pt x="5415602" y="36775"/>
                </a:cubicBezTo>
                <a:lnTo>
                  <a:pt x="5415602" y="772348"/>
                </a:lnTo>
                <a:cubicBezTo>
                  <a:pt x="5415602" y="792658"/>
                  <a:pt x="5399137" y="809122"/>
                  <a:pt x="5378827" y="809122"/>
                </a:cubicBezTo>
                <a:lnTo>
                  <a:pt x="36775" y="809122"/>
                </a:lnTo>
                <a:cubicBezTo>
                  <a:pt x="16465" y="809122"/>
                  <a:pt x="0" y="792658"/>
                  <a:pt x="0" y="772348"/>
                </a:cubicBezTo>
                <a:lnTo>
                  <a:pt x="0" y="36775"/>
                </a:lnTo>
                <a:cubicBezTo>
                  <a:pt x="0" y="16478"/>
                  <a:pt x="16478" y="0"/>
                  <a:pt x="367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305911A2-A618-9AEB-3CBF-86BB2F35AAD0}"/>
              </a:ext>
            </a:extLst>
          </p:cNvPr>
          <p:cNvSpPr/>
          <p:nvPr/>
        </p:nvSpPr>
        <p:spPr>
          <a:xfrm>
            <a:off x="654940" y="4854558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20000"/>
              </a:lnSpc>
            </a:pP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增加负面触发条件，提高具体性和范围性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4FF57BB-C405-B847-8A9A-5E9A6642D4AF}"/>
              </a:ext>
            </a:extLst>
          </p:cNvPr>
          <p:cNvSpPr/>
          <p:nvPr/>
        </p:nvSpPr>
        <p:spPr>
          <a:xfrm>
            <a:off x="6491366" y="5415772"/>
            <a:ext cx="5415602" cy="809122"/>
          </a:xfrm>
          <a:custGeom>
            <a:avLst/>
            <a:gdLst/>
            <a:ahLst/>
            <a:cxnLst/>
            <a:rect l="l" t="t" r="r" b="b"/>
            <a:pathLst>
              <a:path w="5415602" h="809122">
                <a:moveTo>
                  <a:pt x="36775" y="0"/>
                </a:moveTo>
                <a:lnTo>
                  <a:pt x="5378827" y="0"/>
                </a:lnTo>
                <a:cubicBezTo>
                  <a:pt x="5399137" y="0"/>
                  <a:pt x="5415602" y="16465"/>
                  <a:pt x="5415602" y="36775"/>
                </a:cubicBezTo>
                <a:lnTo>
                  <a:pt x="5415602" y="772348"/>
                </a:lnTo>
                <a:cubicBezTo>
                  <a:pt x="5415602" y="792658"/>
                  <a:pt x="5399137" y="809122"/>
                  <a:pt x="5378827" y="809122"/>
                </a:cubicBezTo>
                <a:lnTo>
                  <a:pt x="36775" y="809122"/>
                </a:lnTo>
                <a:cubicBezTo>
                  <a:pt x="16465" y="809122"/>
                  <a:pt x="0" y="792658"/>
                  <a:pt x="0" y="772348"/>
                </a:cubicBezTo>
                <a:lnTo>
                  <a:pt x="0" y="36775"/>
                </a:lnTo>
                <a:cubicBezTo>
                  <a:pt x="0" y="16478"/>
                  <a:pt x="16478" y="0"/>
                  <a:pt x="367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E5E8438-2A6F-2068-B258-467DD0BB6FA6}"/>
              </a:ext>
            </a:extLst>
          </p:cNvPr>
          <p:cNvSpPr/>
          <p:nvPr/>
        </p:nvSpPr>
        <p:spPr>
          <a:xfrm>
            <a:off x="6175160" y="5398910"/>
            <a:ext cx="5415602" cy="1192390"/>
          </a:xfrm>
          <a:custGeom>
            <a:avLst/>
            <a:gdLst/>
            <a:ahLst/>
            <a:cxnLst/>
            <a:rect l="l" t="t" r="r" b="b"/>
            <a:pathLst>
              <a:path w="5415602" h="809122">
                <a:moveTo>
                  <a:pt x="36775" y="0"/>
                </a:moveTo>
                <a:lnTo>
                  <a:pt x="5378827" y="0"/>
                </a:lnTo>
                <a:cubicBezTo>
                  <a:pt x="5399137" y="0"/>
                  <a:pt x="5415602" y="16465"/>
                  <a:pt x="5415602" y="36775"/>
                </a:cubicBezTo>
                <a:lnTo>
                  <a:pt x="5415602" y="772348"/>
                </a:lnTo>
                <a:cubicBezTo>
                  <a:pt x="5415602" y="792658"/>
                  <a:pt x="5399137" y="809122"/>
                  <a:pt x="5378827" y="809122"/>
                </a:cubicBezTo>
                <a:lnTo>
                  <a:pt x="36775" y="809122"/>
                </a:lnTo>
                <a:cubicBezTo>
                  <a:pt x="16465" y="809122"/>
                  <a:pt x="0" y="792658"/>
                  <a:pt x="0" y="772348"/>
                </a:cubicBezTo>
                <a:lnTo>
                  <a:pt x="0" y="36775"/>
                </a:lnTo>
                <a:cubicBezTo>
                  <a:pt x="0" y="16478"/>
                  <a:pt x="16478" y="0"/>
                  <a:pt x="36775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A6A7431-3AC3-34F5-BBCD-AECE047968E0}"/>
              </a:ext>
            </a:extLst>
          </p:cNvPr>
          <p:cNvSpPr/>
          <p:nvPr/>
        </p:nvSpPr>
        <p:spPr>
          <a:xfrm>
            <a:off x="6331467" y="5679344"/>
            <a:ext cx="5332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20000"/>
              </a:lnSpc>
            </a:pPr>
            <a:endParaRPr lang="zh-CN" altLang="en-US" sz="1014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lvl="0">
              <a:lnSpc>
                <a:spcPct val="120000"/>
              </a:lnSpc>
            </a:pPr>
            <a:endParaRPr lang="zh-CN" altLang="en-US" sz="1014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lvl="0">
              <a:lnSpc>
                <a:spcPct val="120000"/>
              </a:lnSpc>
            </a:pP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大容量上下文问题</a:t>
            </a:r>
          </a:p>
          <a:p>
            <a:pPr lvl="0">
              <a:lnSpc>
                <a:spcPct val="120000"/>
              </a:lnSpc>
            </a:pP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 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SKILL.md 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文件大小，将详细文档移至 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references/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目录，保持 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SKILL.md 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文件字数在 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5,000 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词以内</a:t>
            </a:r>
          </a:p>
          <a:p>
            <a:pPr lvl="0">
              <a:lnSpc>
                <a:spcPct val="120000"/>
              </a:lnSpc>
            </a:pP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减少启用的技能数量，评估是否同时启用了超过 </a:t>
            </a:r>
            <a:r>
              <a:rPr lang="en-US" altLang="zh-CN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20-50 </a:t>
            </a:r>
            <a:r>
              <a:rPr lang="zh-CN" altLang="en-US" sz="1014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个技能，考虑为相关功能设置技能“组合包”，在技能上面再包装一层技能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71823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352625"/>
            <a:ext cx="52894" cy="352625"/>
          </a:xfrm>
          <a:custGeom>
            <a:avLst/>
            <a:gdLst/>
            <a:ahLst/>
            <a:cxnLst/>
            <a:rect l="l" t="t" r="r" b="b"/>
            <a:pathLst>
              <a:path w="52894" h="352625">
                <a:moveTo>
                  <a:pt x="0" y="0"/>
                </a:moveTo>
                <a:lnTo>
                  <a:pt x="52894" y="0"/>
                </a:lnTo>
                <a:lnTo>
                  <a:pt x="52894" y="352625"/>
                </a:lnTo>
                <a:lnTo>
                  <a:pt x="0" y="352625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11306" y="352625"/>
            <a:ext cx="3693744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SKILLS五大优秀场景模板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937" y="775774"/>
            <a:ext cx="1138977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Claude官方提供的最佳实践模式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033" y="1097544"/>
            <a:ext cx="3746638" cy="2159826"/>
          </a:xfrm>
          <a:custGeom>
            <a:avLst/>
            <a:gdLst/>
            <a:ahLst/>
            <a:cxnLst/>
            <a:rect l="l" t="t" r="r" b="b"/>
            <a:pathLst>
              <a:path w="3746638" h="2159826">
                <a:moveTo>
                  <a:pt x="70518" y="0"/>
                </a:moveTo>
                <a:lnTo>
                  <a:pt x="3676119" y="0"/>
                </a:lnTo>
                <a:cubicBezTo>
                  <a:pt x="3715066" y="0"/>
                  <a:pt x="3746638" y="31572"/>
                  <a:pt x="3746638" y="70518"/>
                </a:cubicBezTo>
                <a:lnTo>
                  <a:pt x="3746638" y="2089308"/>
                </a:lnTo>
                <a:cubicBezTo>
                  <a:pt x="3746638" y="2128254"/>
                  <a:pt x="3715066" y="2159826"/>
                  <a:pt x="3676119" y="2159826"/>
                </a:cubicBezTo>
                <a:lnTo>
                  <a:pt x="70518" y="2159826"/>
                </a:lnTo>
                <a:cubicBezTo>
                  <a:pt x="31572" y="2159826"/>
                  <a:pt x="0" y="2128254"/>
                  <a:pt x="0" y="2089308"/>
                </a:cubicBezTo>
                <a:lnTo>
                  <a:pt x="0" y="70518"/>
                </a:lnTo>
                <a:cubicBezTo>
                  <a:pt x="0" y="31572"/>
                  <a:pt x="31572" y="0"/>
                  <a:pt x="70518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67228" y="1207740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80453" y="1243002"/>
            <a:ext cx="123419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5115" y="1243002"/>
            <a:ext cx="105787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顺序工作流编排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7228" y="1560364"/>
            <a:ext cx="3526247" cy="1198924"/>
          </a:xfrm>
          <a:custGeom>
            <a:avLst/>
            <a:gdLst/>
            <a:ahLst/>
            <a:cxnLst/>
            <a:rect l="l" t="t" r="r" b="b"/>
            <a:pathLst>
              <a:path w="3526247" h="1198924">
                <a:moveTo>
                  <a:pt x="35260" y="0"/>
                </a:moveTo>
                <a:lnTo>
                  <a:pt x="3490987" y="0"/>
                </a:lnTo>
                <a:cubicBezTo>
                  <a:pt x="3510461" y="0"/>
                  <a:pt x="3526247" y="15787"/>
                  <a:pt x="3526247" y="35260"/>
                </a:cubicBezTo>
                <a:lnTo>
                  <a:pt x="3526247" y="1163664"/>
                </a:lnTo>
                <a:cubicBezTo>
                  <a:pt x="3526247" y="1183137"/>
                  <a:pt x="3510461" y="1198924"/>
                  <a:pt x="3490987" y="1198924"/>
                </a:cubicBezTo>
                <a:lnTo>
                  <a:pt x="35260" y="1198924"/>
                </a:lnTo>
                <a:cubicBezTo>
                  <a:pt x="15800" y="1198924"/>
                  <a:pt x="0" y="1183124"/>
                  <a:pt x="0" y="1163664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37753" y="1630889"/>
            <a:ext cx="345572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新客户入职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7753" y="1877727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创建账户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7753" y="2089302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设置支付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7753" y="2300876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创建订阅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7753" y="2512451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④ 发送欢迎邮件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7228" y="2829813"/>
            <a:ext cx="3526247" cy="317362"/>
          </a:xfrm>
          <a:custGeom>
            <a:avLst/>
            <a:gdLst/>
            <a:ahLst/>
            <a:cxnLst/>
            <a:rect l="l" t="t" r="r" b="b"/>
            <a:pathLst>
              <a:path w="3526247" h="317362">
                <a:moveTo>
                  <a:pt x="35262" y="0"/>
                </a:moveTo>
                <a:lnTo>
                  <a:pt x="3490985" y="0"/>
                </a:lnTo>
                <a:cubicBezTo>
                  <a:pt x="3510460" y="0"/>
                  <a:pt x="3526247" y="15787"/>
                  <a:pt x="3526247" y="35262"/>
                </a:cubicBezTo>
                <a:lnTo>
                  <a:pt x="3526247" y="282100"/>
                </a:lnTo>
                <a:cubicBezTo>
                  <a:pt x="3526247" y="301575"/>
                  <a:pt x="3510460" y="317362"/>
                  <a:pt x="3490985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37753" y="2900338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关键要素:</a:t>
            </a:r>
            <a:r>
              <a:rPr lang="en-US" sz="97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步骤顺序、依赖关系、验证与回滚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21441" y="1097544"/>
            <a:ext cx="3746638" cy="2159826"/>
          </a:xfrm>
          <a:custGeom>
            <a:avLst/>
            <a:gdLst/>
            <a:ahLst/>
            <a:cxnLst/>
            <a:rect l="l" t="t" r="r" b="b"/>
            <a:pathLst>
              <a:path w="3746638" h="2159826">
                <a:moveTo>
                  <a:pt x="70518" y="0"/>
                </a:moveTo>
                <a:lnTo>
                  <a:pt x="3676119" y="0"/>
                </a:lnTo>
                <a:cubicBezTo>
                  <a:pt x="3715066" y="0"/>
                  <a:pt x="3746638" y="31572"/>
                  <a:pt x="3746638" y="70518"/>
                </a:cubicBezTo>
                <a:lnTo>
                  <a:pt x="3746638" y="2089308"/>
                </a:lnTo>
                <a:cubicBezTo>
                  <a:pt x="3746638" y="2128254"/>
                  <a:pt x="3715066" y="2159826"/>
                  <a:pt x="3676119" y="2159826"/>
                </a:cubicBezTo>
                <a:lnTo>
                  <a:pt x="70518" y="2159826"/>
                </a:lnTo>
                <a:cubicBezTo>
                  <a:pt x="31572" y="2159826"/>
                  <a:pt x="0" y="2128254"/>
                  <a:pt x="0" y="2089308"/>
                </a:cubicBezTo>
                <a:lnTo>
                  <a:pt x="0" y="70518"/>
                </a:lnTo>
                <a:cubicBezTo>
                  <a:pt x="0" y="31572"/>
                  <a:pt x="31572" y="0"/>
                  <a:pt x="7051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331637" y="1207740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433016" y="1243002"/>
            <a:ext cx="14986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19524" y="1243002"/>
            <a:ext cx="122537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多MCP协同工作流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31637" y="1560364"/>
            <a:ext cx="3526247" cy="1198924"/>
          </a:xfrm>
          <a:custGeom>
            <a:avLst/>
            <a:gdLst/>
            <a:ahLst/>
            <a:cxnLst/>
            <a:rect l="l" t="t" r="r" b="b"/>
            <a:pathLst>
              <a:path w="3526247" h="1198924">
                <a:moveTo>
                  <a:pt x="35260" y="0"/>
                </a:moveTo>
                <a:lnTo>
                  <a:pt x="3490987" y="0"/>
                </a:lnTo>
                <a:cubicBezTo>
                  <a:pt x="3510461" y="0"/>
                  <a:pt x="3526247" y="15787"/>
                  <a:pt x="3526247" y="35260"/>
                </a:cubicBezTo>
                <a:lnTo>
                  <a:pt x="3526247" y="1163664"/>
                </a:lnTo>
                <a:cubicBezTo>
                  <a:pt x="3526247" y="1183137"/>
                  <a:pt x="3510461" y="1198924"/>
                  <a:pt x="3490987" y="1198924"/>
                </a:cubicBezTo>
                <a:lnTo>
                  <a:pt x="35260" y="1198924"/>
                </a:lnTo>
                <a:cubicBezTo>
                  <a:pt x="15800" y="1198924"/>
                  <a:pt x="0" y="1183124"/>
                  <a:pt x="0" y="1163664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402162" y="1630889"/>
            <a:ext cx="345572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设计到开发交接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2162" y="1877727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P1: Figma导出设计资源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02162" y="2089302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P2: Drive存储并生成链接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2162" y="2300876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P3: Linear创建开发任务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02162" y="2512451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P4: Slack通知工程团队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31637" y="2829813"/>
            <a:ext cx="3526247" cy="317362"/>
          </a:xfrm>
          <a:custGeom>
            <a:avLst/>
            <a:gdLst/>
            <a:ahLst/>
            <a:cxnLst/>
            <a:rect l="l" t="t" r="r" b="b"/>
            <a:pathLst>
              <a:path w="3526247" h="317362">
                <a:moveTo>
                  <a:pt x="35262" y="0"/>
                </a:moveTo>
                <a:lnTo>
                  <a:pt x="3490985" y="0"/>
                </a:lnTo>
                <a:cubicBezTo>
                  <a:pt x="3510460" y="0"/>
                  <a:pt x="3526247" y="15787"/>
                  <a:pt x="3526247" y="35262"/>
                </a:cubicBezTo>
                <a:lnTo>
                  <a:pt x="3526247" y="282100"/>
                </a:lnTo>
                <a:cubicBezTo>
                  <a:pt x="3526247" y="301575"/>
                  <a:pt x="3510460" y="317362"/>
                  <a:pt x="3490985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402162" y="2900338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关键要素:</a:t>
            </a:r>
            <a:r>
              <a:rPr lang="en-US" sz="97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阶段划分、数据传递、错误处理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85988" y="1097544"/>
            <a:ext cx="3746638" cy="2159826"/>
          </a:xfrm>
          <a:custGeom>
            <a:avLst/>
            <a:gdLst/>
            <a:ahLst/>
            <a:cxnLst/>
            <a:rect l="l" t="t" r="r" b="b"/>
            <a:pathLst>
              <a:path w="3746638" h="2159826">
                <a:moveTo>
                  <a:pt x="70518" y="0"/>
                </a:moveTo>
                <a:lnTo>
                  <a:pt x="3676119" y="0"/>
                </a:lnTo>
                <a:cubicBezTo>
                  <a:pt x="3715066" y="0"/>
                  <a:pt x="3746638" y="31572"/>
                  <a:pt x="3746638" y="70518"/>
                </a:cubicBezTo>
                <a:lnTo>
                  <a:pt x="3746638" y="2089308"/>
                </a:lnTo>
                <a:cubicBezTo>
                  <a:pt x="3746638" y="2128254"/>
                  <a:pt x="3715066" y="2159826"/>
                  <a:pt x="3676119" y="2159826"/>
                </a:cubicBezTo>
                <a:lnTo>
                  <a:pt x="70518" y="2159826"/>
                </a:lnTo>
                <a:cubicBezTo>
                  <a:pt x="31572" y="2159826"/>
                  <a:pt x="0" y="2128254"/>
                  <a:pt x="0" y="2089308"/>
                </a:cubicBezTo>
                <a:lnTo>
                  <a:pt x="0" y="70518"/>
                </a:lnTo>
                <a:cubicBezTo>
                  <a:pt x="0" y="31572"/>
                  <a:pt x="31572" y="0"/>
                  <a:pt x="70518" y="0"/>
                </a:cubicBezTo>
                <a:close/>
              </a:path>
            </a:pathLst>
          </a:custGeom>
          <a:solidFill>
            <a:srgbClr val="C4B7A6">
              <a:alpha val="10196"/>
            </a:srgbClr>
          </a:solidFill>
          <a:ln w="12700">
            <a:solidFill>
              <a:srgbClr val="C4B7A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196183" y="1207740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C4B7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95634" y="1243002"/>
            <a:ext cx="14986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84070" y="1243002"/>
            <a:ext cx="63472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迭代优化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96183" y="1560364"/>
            <a:ext cx="3526247" cy="1198924"/>
          </a:xfrm>
          <a:custGeom>
            <a:avLst/>
            <a:gdLst/>
            <a:ahLst/>
            <a:cxnLst/>
            <a:rect l="l" t="t" r="r" b="b"/>
            <a:pathLst>
              <a:path w="3526247" h="1198924">
                <a:moveTo>
                  <a:pt x="35260" y="0"/>
                </a:moveTo>
                <a:lnTo>
                  <a:pt x="3490987" y="0"/>
                </a:lnTo>
                <a:cubicBezTo>
                  <a:pt x="3510461" y="0"/>
                  <a:pt x="3526247" y="15787"/>
                  <a:pt x="3526247" y="35260"/>
                </a:cubicBezTo>
                <a:lnTo>
                  <a:pt x="3526247" y="1163664"/>
                </a:lnTo>
                <a:cubicBezTo>
                  <a:pt x="3526247" y="1183137"/>
                  <a:pt x="3510461" y="1198924"/>
                  <a:pt x="3490987" y="1198924"/>
                </a:cubicBezTo>
                <a:lnTo>
                  <a:pt x="35260" y="1198924"/>
                </a:lnTo>
                <a:cubicBezTo>
                  <a:pt x="15800" y="1198924"/>
                  <a:pt x="0" y="1183124"/>
                  <a:pt x="0" y="1163664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266708" y="1630889"/>
            <a:ext cx="345572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报告生成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66708" y="1877727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初始草稿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66708" y="2089302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质量检查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66708" y="2300876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改进循环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66708" y="2512451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④ 最终定稿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96183" y="2829813"/>
            <a:ext cx="3526247" cy="317362"/>
          </a:xfrm>
          <a:custGeom>
            <a:avLst/>
            <a:gdLst/>
            <a:ahLst/>
            <a:cxnLst/>
            <a:rect l="l" t="t" r="r" b="b"/>
            <a:pathLst>
              <a:path w="3526247" h="317362">
                <a:moveTo>
                  <a:pt x="35262" y="0"/>
                </a:moveTo>
                <a:lnTo>
                  <a:pt x="3490985" y="0"/>
                </a:lnTo>
                <a:cubicBezTo>
                  <a:pt x="3510460" y="0"/>
                  <a:pt x="3526247" y="15787"/>
                  <a:pt x="3526247" y="35262"/>
                </a:cubicBezTo>
                <a:lnTo>
                  <a:pt x="3526247" y="282100"/>
                </a:lnTo>
                <a:cubicBezTo>
                  <a:pt x="3526247" y="301575"/>
                  <a:pt x="3510460" y="317362"/>
                  <a:pt x="3490985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266708" y="2900338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关键要素:</a:t>
            </a:r>
            <a:r>
              <a:rPr lang="en-US" sz="97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质量标准、验证脚本、停止条件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57033" y="3371974"/>
            <a:ext cx="3746638" cy="2159826"/>
          </a:xfrm>
          <a:custGeom>
            <a:avLst/>
            <a:gdLst/>
            <a:ahLst/>
            <a:cxnLst/>
            <a:rect l="l" t="t" r="r" b="b"/>
            <a:pathLst>
              <a:path w="3746638" h="2159826">
                <a:moveTo>
                  <a:pt x="70518" y="0"/>
                </a:moveTo>
                <a:lnTo>
                  <a:pt x="3676119" y="0"/>
                </a:lnTo>
                <a:cubicBezTo>
                  <a:pt x="3715066" y="0"/>
                  <a:pt x="3746638" y="31572"/>
                  <a:pt x="3746638" y="70518"/>
                </a:cubicBezTo>
                <a:lnTo>
                  <a:pt x="3746638" y="2089308"/>
                </a:lnTo>
                <a:cubicBezTo>
                  <a:pt x="3746638" y="2128254"/>
                  <a:pt x="3715066" y="2159826"/>
                  <a:pt x="3676119" y="2159826"/>
                </a:cubicBezTo>
                <a:lnTo>
                  <a:pt x="70518" y="2159826"/>
                </a:lnTo>
                <a:cubicBezTo>
                  <a:pt x="31572" y="2159826"/>
                  <a:pt x="0" y="2128254"/>
                  <a:pt x="0" y="2089308"/>
                </a:cubicBezTo>
                <a:lnTo>
                  <a:pt x="0" y="70518"/>
                </a:lnTo>
                <a:cubicBezTo>
                  <a:pt x="0" y="31572"/>
                  <a:pt x="31572" y="0"/>
                  <a:pt x="70518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67228" y="3482169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66817" y="3517432"/>
            <a:ext cx="14986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5115" y="3517432"/>
            <a:ext cx="119892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情境感知工具选择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67228" y="3834794"/>
            <a:ext cx="3526247" cy="1198924"/>
          </a:xfrm>
          <a:custGeom>
            <a:avLst/>
            <a:gdLst/>
            <a:ahLst/>
            <a:cxnLst/>
            <a:rect l="l" t="t" r="r" b="b"/>
            <a:pathLst>
              <a:path w="3526247" h="1198924">
                <a:moveTo>
                  <a:pt x="35260" y="0"/>
                </a:moveTo>
                <a:lnTo>
                  <a:pt x="3490987" y="0"/>
                </a:lnTo>
                <a:cubicBezTo>
                  <a:pt x="3510461" y="0"/>
                  <a:pt x="3526247" y="15787"/>
                  <a:pt x="3526247" y="35260"/>
                </a:cubicBezTo>
                <a:lnTo>
                  <a:pt x="3526247" y="1163664"/>
                </a:lnTo>
                <a:cubicBezTo>
                  <a:pt x="3526247" y="1183137"/>
                  <a:pt x="3510461" y="1198924"/>
                  <a:pt x="3490987" y="1198924"/>
                </a:cubicBezTo>
                <a:lnTo>
                  <a:pt x="35260" y="1198924"/>
                </a:lnTo>
                <a:cubicBezTo>
                  <a:pt x="15800" y="1198924"/>
                  <a:pt x="0" y="1183124"/>
                  <a:pt x="0" y="1163664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37753" y="3905319"/>
            <a:ext cx="345572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智能文件存储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7753" y="4152156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&gt;10MB: 云存储MCP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7753" y="4363731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协作文档: Notion/Docs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7753" y="4575306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代码文件: GitHub MCP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7753" y="4786881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临时文件: 本地存储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67228" y="5104243"/>
            <a:ext cx="3526247" cy="317362"/>
          </a:xfrm>
          <a:custGeom>
            <a:avLst/>
            <a:gdLst/>
            <a:ahLst/>
            <a:cxnLst/>
            <a:rect l="l" t="t" r="r" b="b"/>
            <a:pathLst>
              <a:path w="3526247" h="317362">
                <a:moveTo>
                  <a:pt x="35262" y="0"/>
                </a:moveTo>
                <a:lnTo>
                  <a:pt x="3490985" y="0"/>
                </a:lnTo>
                <a:cubicBezTo>
                  <a:pt x="3510460" y="0"/>
                  <a:pt x="3526247" y="15787"/>
                  <a:pt x="3526247" y="35262"/>
                </a:cubicBezTo>
                <a:lnTo>
                  <a:pt x="3526247" y="282100"/>
                </a:lnTo>
                <a:cubicBezTo>
                  <a:pt x="3526247" y="301575"/>
                  <a:pt x="3510460" y="317362"/>
                  <a:pt x="3490985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37753" y="5174768"/>
            <a:ext cx="344690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关键要素:</a:t>
            </a:r>
            <a:r>
              <a:rPr lang="en-US" sz="97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决策标准、备选方案、透明度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21441" y="3371974"/>
            <a:ext cx="7616694" cy="2159826"/>
          </a:xfrm>
          <a:custGeom>
            <a:avLst/>
            <a:gdLst/>
            <a:ahLst/>
            <a:cxnLst/>
            <a:rect l="l" t="t" r="r" b="b"/>
            <a:pathLst>
              <a:path w="7616694" h="2159826">
                <a:moveTo>
                  <a:pt x="70518" y="0"/>
                </a:moveTo>
                <a:lnTo>
                  <a:pt x="7546176" y="0"/>
                </a:lnTo>
                <a:cubicBezTo>
                  <a:pt x="7585122" y="0"/>
                  <a:pt x="7616694" y="31572"/>
                  <a:pt x="7616694" y="70518"/>
                </a:cubicBezTo>
                <a:lnTo>
                  <a:pt x="7616694" y="2089308"/>
                </a:lnTo>
                <a:cubicBezTo>
                  <a:pt x="7616694" y="2128254"/>
                  <a:pt x="7585122" y="2159826"/>
                  <a:pt x="7546176" y="2159826"/>
                </a:cubicBezTo>
                <a:lnTo>
                  <a:pt x="70518" y="2159826"/>
                </a:lnTo>
                <a:cubicBezTo>
                  <a:pt x="31572" y="2159826"/>
                  <a:pt x="0" y="2128254"/>
                  <a:pt x="0" y="2089308"/>
                </a:cubicBezTo>
                <a:lnTo>
                  <a:pt x="0" y="70518"/>
                </a:lnTo>
                <a:cubicBezTo>
                  <a:pt x="0" y="31572"/>
                  <a:pt x="31572" y="0"/>
                  <a:pt x="7051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 w="12700">
            <a:solidFill>
              <a:srgbClr val="8B86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4331637" y="3482169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8B86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4430537" y="3517432"/>
            <a:ext cx="15868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719524" y="3517432"/>
            <a:ext cx="91682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领域特定智能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331637" y="3834794"/>
            <a:ext cx="3640850" cy="1586811"/>
          </a:xfrm>
          <a:custGeom>
            <a:avLst/>
            <a:gdLst/>
            <a:ahLst/>
            <a:cxnLst/>
            <a:rect l="l" t="t" r="r" b="b"/>
            <a:pathLst>
              <a:path w="3640850" h="1586811">
                <a:moveTo>
                  <a:pt x="35259" y="0"/>
                </a:moveTo>
                <a:lnTo>
                  <a:pt x="3605591" y="0"/>
                </a:lnTo>
                <a:cubicBezTo>
                  <a:pt x="3625064" y="0"/>
                  <a:pt x="3640850" y="15786"/>
                  <a:pt x="3640850" y="35259"/>
                </a:cubicBezTo>
                <a:lnTo>
                  <a:pt x="3640850" y="1551552"/>
                </a:lnTo>
                <a:cubicBezTo>
                  <a:pt x="3640850" y="1571025"/>
                  <a:pt x="3625064" y="1586811"/>
                  <a:pt x="3605591" y="1586811"/>
                </a:cubicBezTo>
                <a:lnTo>
                  <a:pt x="35259" y="1586811"/>
                </a:lnTo>
                <a:cubicBezTo>
                  <a:pt x="15786" y="1586811"/>
                  <a:pt x="0" y="1571025"/>
                  <a:pt x="0" y="1551552"/>
                </a:cubicBezTo>
                <a:lnTo>
                  <a:pt x="0" y="35259"/>
                </a:lnTo>
                <a:cubicBezTo>
                  <a:pt x="0" y="15786"/>
                  <a:pt x="15786" y="0"/>
                  <a:pt x="35259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4402162" y="4205050"/>
            <a:ext cx="357032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金融合规支付处理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402162" y="4451887"/>
            <a:ext cx="356151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合规检查(制裁名单、管辖区、风险评估)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402162" y="4663462"/>
            <a:ext cx="356151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处理(通过则支付,否则标记审查)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02162" y="4875037"/>
            <a:ext cx="356151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审计追踪(记录所有检查与决策)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081443" y="3834794"/>
            <a:ext cx="3640850" cy="1586811"/>
          </a:xfrm>
          <a:custGeom>
            <a:avLst/>
            <a:gdLst/>
            <a:ahLst/>
            <a:cxnLst/>
            <a:rect l="l" t="t" r="r" b="b"/>
            <a:pathLst>
              <a:path w="3640850" h="1586811">
                <a:moveTo>
                  <a:pt x="35259" y="0"/>
                </a:moveTo>
                <a:lnTo>
                  <a:pt x="3605591" y="0"/>
                </a:lnTo>
                <a:cubicBezTo>
                  <a:pt x="3625064" y="0"/>
                  <a:pt x="3640850" y="15786"/>
                  <a:pt x="3640850" y="35259"/>
                </a:cubicBezTo>
                <a:lnTo>
                  <a:pt x="3640850" y="1551552"/>
                </a:lnTo>
                <a:cubicBezTo>
                  <a:pt x="3640850" y="1571025"/>
                  <a:pt x="3625064" y="1586811"/>
                  <a:pt x="3605591" y="1586811"/>
                </a:cubicBezTo>
                <a:lnTo>
                  <a:pt x="35259" y="1586811"/>
                </a:lnTo>
                <a:cubicBezTo>
                  <a:pt x="15786" y="1586811"/>
                  <a:pt x="0" y="1571025"/>
                  <a:pt x="0" y="1551552"/>
                </a:cubicBezTo>
                <a:lnTo>
                  <a:pt x="0" y="35259"/>
                </a:lnTo>
                <a:cubicBezTo>
                  <a:pt x="0" y="15786"/>
                  <a:pt x="15786" y="0"/>
                  <a:pt x="35259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151967" y="4451887"/>
            <a:ext cx="3561510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C4B7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关键要素:</a:t>
            </a:r>
            <a:r>
              <a:rPr lang="en-US" sz="972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嵌入领域专业知识、行动前合规性、全面文档、明确治理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57033" y="5611141"/>
            <a:ext cx="11477935" cy="890377"/>
          </a:xfrm>
          <a:custGeom>
            <a:avLst/>
            <a:gdLst/>
            <a:ahLst/>
            <a:cxnLst/>
            <a:rect l="l" t="t" r="r" b="b"/>
            <a:pathLst>
              <a:path w="11477935" h="890377">
                <a:moveTo>
                  <a:pt x="70527" y="0"/>
                </a:moveTo>
                <a:lnTo>
                  <a:pt x="11407408" y="0"/>
                </a:lnTo>
                <a:cubicBezTo>
                  <a:pt x="11446359" y="0"/>
                  <a:pt x="11477935" y="31576"/>
                  <a:pt x="11477935" y="70527"/>
                </a:cubicBezTo>
                <a:lnTo>
                  <a:pt x="11477935" y="819851"/>
                </a:lnTo>
                <a:cubicBezTo>
                  <a:pt x="11477935" y="858802"/>
                  <a:pt x="11446359" y="890377"/>
                  <a:pt x="11407408" y="890377"/>
                </a:cubicBezTo>
                <a:lnTo>
                  <a:pt x="70527" y="890377"/>
                </a:lnTo>
                <a:cubicBezTo>
                  <a:pt x="31602" y="890377"/>
                  <a:pt x="0" y="858775"/>
                  <a:pt x="0" y="819851"/>
                </a:cubicBezTo>
                <a:lnTo>
                  <a:pt x="0" y="70527"/>
                </a:lnTo>
                <a:cubicBezTo>
                  <a:pt x="0" y="31576"/>
                  <a:pt x="31576" y="0"/>
                  <a:pt x="70527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476043" y="5721336"/>
            <a:ext cx="132234" cy="176312"/>
          </a:xfrm>
          <a:custGeom>
            <a:avLst/>
            <a:gdLst/>
            <a:ahLst/>
            <a:cxnLst/>
            <a:rect l="l" t="t" r="r" b="b"/>
            <a:pathLst>
              <a:path w="132234" h="176312">
                <a:moveTo>
                  <a:pt x="100863" y="132234"/>
                </a:moveTo>
                <a:cubicBezTo>
                  <a:pt x="103377" y="124555"/>
                  <a:pt x="108405" y="117599"/>
                  <a:pt x="114086" y="111607"/>
                </a:cubicBezTo>
                <a:cubicBezTo>
                  <a:pt x="125347" y="99761"/>
                  <a:pt x="132234" y="83748"/>
                  <a:pt x="132234" y="66117"/>
                </a:cubicBezTo>
                <a:cubicBezTo>
                  <a:pt x="132234" y="29615"/>
                  <a:pt x="102619" y="0"/>
                  <a:pt x="66117" y="0"/>
                </a:cubicBezTo>
                <a:cubicBezTo>
                  <a:pt x="29615" y="0"/>
                  <a:pt x="0" y="29615"/>
                  <a:pt x="0" y="66117"/>
                </a:cubicBezTo>
                <a:cubicBezTo>
                  <a:pt x="0" y="83748"/>
                  <a:pt x="6887" y="99761"/>
                  <a:pt x="18148" y="111607"/>
                </a:cubicBezTo>
                <a:cubicBezTo>
                  <a:pt x="23830" y="117599"/>
                  <a:pt x="28892" y="124555"/>
                  <a:pt x="31371" y="132234"/>
                </a:cubicBezTo>
                <a:lnTo>
                  <a:pt x="100829" y="132234"/>
                </a:lnTo>
                <a:close/>
                <a:moveTo>
                  <a:pt x="99176" y="148764"/>
                </a:moveTo>
                <a:lnTo>
                  <a:pt x="33059" y="148764"/>
                </a:lnTo>
                <a:lnTo>
                  <a:pt x="33059" y="154273"/>
                </a:lnTo>
                <a:cubicBezTo>
                  <a:pt x="33059" y="169494"/>
                  <a:pt x="45387" y="181822"/>
                  <a:pt x="60607" y="181822"/>
                </a:cubicBezTo>
                <a:lnTo>
                  <a:pt x="71627" y="181822"/>
                </a:lnTo>
                <a:cubicBezTo>
                  <a:pt x="86848" y="181822"/>
                  <a:pt x="99176" y="169494"/>
                  <a:pt x="99176" y="154273"/>
                </a:cubicBezTo>
                <a:lnTo>
                  <a:pt x="99176" y="148764"/>
                </a:lnTo>
                <a:close/>
                <a:moveTo>
                  <a:pt x="63362" y="38568"/>
                </a:moveTo>
                <a:cubicBezTo>
                  <a:pt x="49657" y="38568"/>
                  <a:pt x="38568" y="49657"/>
                  <a:pt x="38568" y="63362"/>
                </a:cubicBezTo>
                <a:cubicBezTo>
                  <a:pt x="38568" y="67942"/>
                  <a:pt x="34884" y="71627"/>
                  <a:pt x="30304" y="71627"/>
                </a:cubicBezTo>
                <a:cubicBezTo>
                  <a:pt x="25724" y="71627"/>
                  <a:pt x="22039" y="67942"/>
                  <a:pt x="22039" y="63362"/>
                </a:cubicBezTo>
                <a:cubicBezTo>
                  <a:pt x="22039" y="40531"/>
                  <a:pt x="40531" y="22039"/>
                  <a:pt x="63362" y="22039"/>
                </a:cubicBezTo>
                <a:cubicBezTo>
                  <a:pt x="67942" y="22039"/>
                  <a:pt x="71627" y="25724"/>
                  <a:pt x="71627" y="30304"/>
                </a:cubicBezTo>
                <a:cubicBezTo>
                  <a:pt x="71627" y="34884"/>
                  <a:pt x="67942" y="38568"/>
                  <a:pt x="63362" y="38568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758143" y="5686074"/>
            <a:ext cx="1031427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模板选择指南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1965" y="5968174"/>
            <a:ext cx="2177458" cy="458412"/>
          </a:xfrm>
          <a:custGeom>
            <a:avLst/>
            <a:gdLst/>
            <a:ahLst/>
            <a:cxnLst/>
            <a:rect l="l" t="t" r="r" b="b"/>
            <a:pathLst>
              <a:path w="2177458" h="458412">
                <a:moveTo>
                  <a:pt x="35261" y="0"/>
                </a:moveTo>
                <a:lnTo>
                  <a:pt x="2142197" y="0"/>
                </a:lnTo>
                <a:cubicBezTo>
                  <a:pt x="2161671" y="0"/>
                  <a:pt x="2177458" y="15787"/>
                  <a:pt x="2177458" y="35261"/>
                </a:cubicBezTo>
                <a:lnTo>
                  <a:pt x="2177458" y="423151"/>
                </a:lnTo>
                <a:cubicBezTo>
                  <a:pt x="2177458" y="442625"/>
                  <a:pt x="2161671" y="458412"/>
                  <a:pt x="2142197" y="458412"/>
                </a:cubicBezTo>
                <a:lnTo>
                  <a:pt x="35261" y="458412"/>
                </a:lnTo>
                <a:cubicBezTo>
                  <a:pt x="15800" y="458412"/>
                  <a:pt x="0" y="442612"/>
                  <a:pt x="0" y="423151"/>
                </a:cubicBezTo>
                <a:lnTo>
                  <a:pt x="0" y="35261"/>
                </a:lnTo>
                <a:cubicBezTo>
                  <a:pt x="0" y="15800"/>
                  <a:pt x="15800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471636" y="6038698"/>
            <a:ext cx="209811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顺序工作流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76043" y="6215011"/>
            <a:ext cx="208930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线性依赖任务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2718930" y="5968174"/>
            <a:ext cx="2177458" cy="458412"/>
          </a:xfrm>
          <a:custGeom>
            <a:avLst/>
            <a:gdLst/>
            <a:ahLst/>
            <a:cxnLst/>
            <a:rect l="l" t="t" r="r" b="b"/>
            <a:pathLst>
              <a:path w="2177458" h="458412">
                <a:moveTo>
                  <a:pt x="35261" y="0"/>
                </a:moveTo>
                <a:lnTo>
                  <a:pt x="2142197" y="0"/>
                </a:lnTo>
                <a:cubicBezTo>
                  <a:pt x="2161671" y="0"/>
                  <a:pt x="2177458" y="15787"/>
                  <a:pt x="2177458" y="35261"/>
                </a:cubicBezTo>
                <a:lnTo>
                  <a:pt x="2177458" y="423151"/>
                </a:lnTo>
                <a:cubicBezTo>
                  <a:pt x="2177458" y="442625"/>
                  <a:pt x="2161671" y="458412"/>
                  <a:pt x="2142197" y="458412"/>
                </a:cubicBezTo>
                <a:lnTo>
                  <a:pt x="35261" y="458412"/>
                </a:lnTo>
                <a:cubicBezTo>
                  <a:pt x="15800" y="458412"/>
                  <a:pt x="0" y="442612"/>
                  <a:pt x="0" y="423151"/>
                </a:cubicBezTo>
                <a:lnTo>
                  <a:pt x="0" y="35261"/>
                </a:lnTo>
                <a:cubicBezTo>
                  <a:pt x="0" y="15800"/>
                  <a:pt x="15800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2758600" y="6038698"/>
            <a:ext cx="209811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多MCP协同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2763008" y="6215011"/>
            <a:ext cx="208930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跨服务协调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005894" y="5968174"/>
            <a:ext cx="2177458" cy="458412"/>
          </a:xfrm>
          <a:custGeom>
            <a:avLst/>
            <a:gdLst/>
            <a:ahLst/>
            <a:cxnLst/>
            <a:rect l="l" t="t" r="r" b="b"/>
            <a:pathLst>
              <a:path w="2177458" h="458412">
                <a:moveTo>
                  <a:pt x="35261" y="0"/>
                </a:moveTo>
                <a:lnTo>
                  <a:pt x="2142197" y="0"/>
                </a:lnTo>
                <a:cubicBezTo>
                  <a:pt x="2161671" y="0"/>
                  <a:pt x="2177458" y="15787"/>
                  <a:pt x="2177458" y="35261"/>
                </a:cubicBezTo>
                <a:lnTo>
                  <a:pt x="2177458" y="423151"/>
                </a:lnTo>
                <a:cubicBezTo>
                  <a:pt x="2177458" y="442625"/>
                  <a:pt x="2161671" y="458412"/>
                  <a:pt x="2142197" y="458412"/>
                </a:cubicBezTo>
                <a:lnTo>
                  <a:pt x="35261" y="458412"/>
                </a:lnTo>
                <a:cubicBezTo>
                  <a:pt x="15800" y="458412"/>
                  <a:pt x="0" y="442612"/>
                  <a:pt x="0" y="423151"/>
                </a:cubicBezTo>
                <a:lnTo>
                  <a:pt x="0" y="35261"/>
                </a:lnTo>
                <a:cubicBezTo>
                  <a:pt x="0" y="15800"/>
                  <a:pt x="15800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5045564" y="6038698"/>
            <a:ext cx="209811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迭代优化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049972" y="6215011"/>
            <a:ext cx="208930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质量提升场景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292858" y="5968174"/>
            <a:ext cx="2177458" cy="458412"/>
          </a:xfrm>
          <a:custGeom>
            <a:avLst/>
            <a:gdLst/>
            <a:ahLst/>
            <a:cxnLst/>
            <a:rect l="l" t="t" r="r" b="b"/>
            <a:pathLst>
              <a:path w="2177458" h="458412">
                <a:moveTo>
                  <a:pt x="35261" y="0"/>
                </a:moveTo>
                <a:lnTo>
                  <a:pt x="2142197" y="0"/>
                </a:lnTo>
                <a:cubicBezTo>
                  <a:pt x="2161671" y="0"/>
                  <a:pt x="2177458" y="15787"/>
                  <a:pt x="2177458" y="35261"/>
                </a:cubicBezTo>
                <a:lnTo>
                  <a:pt x="2177458" y="423151"/>
                </a:lnTo>
                <a:cubicBezTo>
                  <a:pt x="2177458" y="442625"/>
                  <a:pt x="2161671" y="458412"/>
                  <a:pt x="2142197" y="458412"/>
                </a:cubicBezTo>
                <a:lnTo>
                  <a:pt x="35261" y="458412"/>
                </a:lnTo>
                <a:cubicBezTo>
                  <a:pt x="15800" y="458412"/>
                  <a:pt x="0" y="442612"/>
                  <a:pt x="0" y="423151"/>
                </a:cubicBezTo>
                <a:lnTo>
                  <a:pt x="0" y="35261"/>
                </a:lnTo>
                <a:cubicBezTo>
                  <a:pt x="0" y="15800"/>
                  <a:pt x="15800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7332528" y="6038698"/>
            <a:ext cx="209811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情境感知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336936" y="6215011"/>
            <a:ext cx="208930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动态决策场景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579822" y="5968174"/>
            <a:ext cx="2177458" cy="458412"/>
          </a:xfrm>
          <a:custGeom>
            <a:avLst/>
            <a:gdLst/>
            <a:ahLst/>
            <a:cxnLst/>
            <a:rect l="l" t="t" r="r" b="b"/>
            <a:pathLst>
              <a:path w="2177458" h="458412">
                <a:moveTo>
                  <a:pt x="35261" y="0"/>
                </a:moveTo>
                <a:lnTo>
                  <a:pt x="2142197" y="0"/>
                </a:lnTo>
                <a:cubicBezTo>
                  <a:pt x="2161671" y="0"/>
                  <a:pt x="2177458" y="15787"/>
                  <a:pt x="2177458" y="35261"/>
                </a:cubicBezTo>
                <a:lnTo>
                  <a:pt x="2177458" y="423151"/>
                </a:lnTo>
                <a:cubicBezTo>
                  <a:pt x="2177458" y="442625"/>
                  <a:pt x="2161671" y="458412"/>
                  <a:pt x="2142197" y="458412"/>
                </a:cubicBezTo>
                <a:lnTo>
                  <a:pt x="35261" y="458412"/>
                </a:lnTo>
                <a:cubicBezTo>
                  <a:pt x="15800" y="458412"/>
                  <a:pt x="0" y="442612"/>
                  <a:pt x="0" y="423151"/>
                </a:cubicBezTo>
                <a:lnTo>
                  <a:pt x="0" y="35261"/>
                </a:lnTo>
                <a:cubicBezTo>
                  <a:pt x="0" y="15800"/>
                  <a:pt x="15800" y="0"/>
                  <a:pt x="35261" y="0"/>
                </a:cubicBezTo>
                <a:close/>
              </a:path>
            </a:pathLst>
          </a:custGeom>
          <a:solidFill>
            <a:srgbClr val="1A1A1A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9619492" y="6038698"/>
            <a:ext cx="209811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领域智能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623900" y="6215011"/>
            <a:ext cx="208930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专业知识嵌入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f5bbf6dd6788ddbf052d0e14766f642eef1e12ed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5000"/>
                </a:srgbClr>
              </a:gs>
              <a:gs pos="50000">
                <a:srgbClr val="4A7C59">
                  <a:alpha val="20000"/>
                </a:srgbClr>
              </a:gs>
              <a:gs pos="100000">
                <a:srgbClr val="1A1A1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4906566" y="800100"/>
            <a:ext cx="2381250" cy="428625"/>
          </a:xfrm>
          <a:custGeom>
            <a:avLst/>
            <a:gdLst/>
            <a:ahLst/>
            <a:cxnLst/>
            <a:rect l="l" t="t" r="r" b="b"/>
            <a:pathLst>
              <a:path w="2381250" h="428625">
                <a:moveTo>
                  <a:pt x="76201" y="0"/>
                </a:moveTo>
                <a:lnTo>
                  <a:pt x="2305049" y="0"/>
                </a:lnTo>
                <a:cubicBezTo>
                  <a:pt x="2347134" y="0"/>
                  <a:pt x="2381250" y="34116"/>
                  <a:pt x="2381250" y="76201"/>
                </a:cubicBezTo>
                <a:lnTo>
                  <a:pt x="2381250" y="352424"/>
                </a:lnTo>
                <a:cubicBezTo>
                  <a:pt x="2381250" y="394509"/>
                  <a:pt x="2347134" y="428625"/>
                  <a:pt x="23050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2700">
            <a:solidFill>
              <a:srgbClr val="4A7C59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058966" y="890588"/>
            <a:ext cx="20737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kern="0" spc="68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YOUR JOURNEY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95675" y="1462088"/>
            <a:ext cx="52006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5E5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开启你的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Agent之旅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90925" y="3043238"/>
            <a:ext cx="5010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从部署OpenClaw/Claude Code开始,掌握SKILLS设计模式,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构建属于你的智能工作流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56645" y="3895725"/>
            <a:ext cx="1800225" cy="1362075"/>
          </a:xfrm>
          <a:custGeom>
            <a:avLst/>
            <a:gdLst/>
            <a:ahLst/>
            <a:cxnLst/>
            <a:rect l="l" t="t" r="r" b="b"/>
            <a:pathLst>
              <a:path w="1800225" h="1362075">
                <a:moveTo>
                  <a:pt x="76194" y="0"/>
                </a:moveTo>
                <a:lnTo>
                  <a:pt x="1724031" y="0"/>
                </a:lnTo>
                <a:cubicBezTo>
                  <a:pt x="1766112" y="0"/>
                  <a:pt x="1800225" y="34113"/>
                  <a:pt x="1800225" y="76194"/>
                </a:cubicBezTo>
                <a:lnTo>
                  <a:pt x="1800225" y="1285881"/>
                </a:lnTo>
                <a:cubicBezTo>
                  <a:pt x="1800225" y="1327962"/>
                  <a:pt x="1766112" y="1362075"/>
                  <a:pt x="1724031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3916561" y="409098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304282" y="4491038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部署实践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13807" y="4833938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云端或本地,一键启动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95590" y="3895725"/>
            <a:ext cx="1800225" cy="1362075"/>
          </a:xfrm>
          <a:custGeom>
            <a:avLst/>
            <a:gdLst/>
            <a:ahLst/>
            <a:cxnLst/>
            <a:rect l="l" t="t" r="r" b="b"/>
            <a:pathLst>
              <a:path w="1800225" h="1362075">
                <a:moveTo>
                  <a:pt x="76194" y="0"/>
                </a:moveTo>
                <a:lnTo>
                  <a:pt x="1724031" y="0"/>
                </a:lnTo>
                <a:cubicBezTo>
                  <a:pt x="1766112" y="0"/>
                  <a:pt x="1800225" y="34113"/>
                  <a:pt x="1800225" y="76194"/>
                </a:cubicBezTo>
                <a:lnTo>
                  <a:pt x="1800225" y="1285881"/>
                </a:lnTo>
                <a:cubicBezTo>
                  <a:pt x="1800225" y="1327962"/>
                  <a:pt x="1766112" y="1362075"/>
                  <a:pt x="1724031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937647" y="409098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343227" y="4491038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技能开发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52752" y="4833938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三级系统,渐进呈现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34535" y="3895725"/>
            <a:ext cx="1800225" cy="1362075"/>
          </a:xfrm>
          <a:custGeom>
            <a:avLst/>
            <a:gdLst/>
            <a:ahLst/>
            <a:cxnLst/>
            <a:rect l="l" t="t" r="r" b="b"/>
            <a:pathLst>
              <a:path w="1800225" h="1362075">
                <a:moveTo>
                  <a:pt x="76194" y="0"/>
                </a:moveTo>
                <a:lnTo>
                  <a:pt x="1724031" y="0"/>
                </a:lnTo>
                <a:cubicBezTo>
                  <a:pt x="1766112" y="0"/>
                  <a:pt x="1800225" y="34113"/>
                  <a:pt x="1800225" y="76194"/>
                </a:cubicBezTo>
                <a:lnTo>
                  <a:pt x="1800225" y="1285881"/>
                </a:lnTo>
                <a:cubicBezTo>
                  <a:pt x="1800225" y="1327962"/>
                  <a:pt x="1766112" y="1362075"/>
                  <a:pt x="1724031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7958733" y="409098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4A7C5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7382173" y="4491038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工作流编排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91698" y="4833938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自动化,提效十倍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19700" y="5491163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技术文档已提供完整指南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14938" y="5795963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现在就开始实践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1663</Words>
  <Application>Microsoft Office PowerPoint</Application>
  <PresentationFormat>宽屏</PresentationFormat>
  <Paragraphs>390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MiSans</vt:lpstr>
      <vt:lpstr>等线</vt:lpstr>
      <vt:lpstr>Arial</vt:lpstr>
      <vt:lpstr>Alimama ShuHeiTi</vt:lpstr>
      <vt:lpstr>Calibri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OpenClaw与SKILLS技能系统</dc:title>
  <dc:subject>OpenClaw与SKILLS技能系统</dc:subject>
  <dc:creator>Kimi</dc:creator>
  <cp:lastModifiedBy>佳旭 党</cp:lastModifiedBy>
  <cp:revision>14</cp:revision>
  <dcterms:created xsi:type="dcterms:W3CDTF">2026-02-24T06:35:23Z</dcterms:created>
  <dcterms:modified xsi:type="dcterms:W3CDTF">2026-02-27T08:27:05Z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penClaw与SKILLS技能系统","ContentProducer":"001191110108MACG2KBH8F10000","ProduceID":"19c8e533-a622-84e8-8000-0000c9a5f04a","ReservedCode1":"","ContentPropagator":"001191110108MACG2KBH8F20000","PropagateID":"19c8e533-a622-84e8-8000-0000c9a5f04a","ReservedCode2":""}</vt:lpwstr>
  </property>
</Properties>
</file>